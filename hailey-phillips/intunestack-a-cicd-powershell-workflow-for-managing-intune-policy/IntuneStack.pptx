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97" r:id="rId5"/>
    <p:sldMasterId id="2147483695" r:id="rId6"/>
    <p:sldMasterId id="2147483684" r:id="rId7"/>
    <p:sldMasterId id="2147483702" r:id="rId8"/>
  </p:sldMasterIdLst>
  <p:notesMasterIdLst>
    <p:notesMasterId r:id="rId27"/>
  </p:notesMasterIdLst>
  <p:handoutMasterIdLst>
    <p:handoutMasterId r:id="rId28"/>
  </p:handoutMasterIdLst>
  <p:sldIdLst>
    <p:sldId id="271" r:id="rId9"/>
    <p:sldId id="272" r:id="rId10"/>
    <p:sldId id="259" r:id="rId11"/>
    <p:sldId id="269" r:id="rId12"/>
    <p:sldId id="270" r:id="rId13"/>
    <p:sldId id="273" r:id="rId14"/>
    <p:sldId id="275" r:id="rId15"/>
    <p:sldId id="267" r:id="rId16"/>
    <p:sldId id="276" r:id="rId17"/>
    <p:sldId id="299" r:id="rId18"/>
    <p:sldId id="304" r:id="rId19"/>
    <p:sldId id="302" r:id="rId20"/>
    <p:sldId id="300" r:id="rId21"/>
    <p:sldId id="305" r:id="rId22"/>
    <p:sldId id="264" r:id="rId23"/>
    <p:sldId id="307" r:id="rId24"/>
    <p:sldId id="265" r:id="rId25"/>
    <p:sldId id="27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session" id="{9248E0E9-B469-42C5-B521-34DBB63F9E0C}">
          <p14:sldIdLst>
            <p14:sldId id="271"/>
            <p14:sldId id="272"/>
            <p14:sldId id="259"/>
            <p14:sldId id="269"/>
            <p14:sldId id="270"/>
          </p14:sldIdLst>
        </p14:section>
        <p14:section name="The session" id="{9BCE8471-468A-4538-82B3-E4E62B0A593E}">
          <p14:sldIdLst>
            <p14:sldId id="273"/>
            <p14:sldId id="275"/>
            <p14:sldId id="267"/>
            <p14:sldId id="276"/>
            <p14:sldId id="299"/>
            <p14:sldId id="304"/>
            <p14:sldId id="302"/>
            <p14:sldId id="300"/>
            <p14:sldId id="305"/>
            <p14:sldId id="264"/>
            <p14:sldId id="307"/>
            <p14:sldId id="265"/>
            <p14:sldId id="27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63002DA-EF36-2120-9275-75075C7E285E}" name="Hailey Phillips" initials="HP" userId="ff405ea9ce33812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B2A47"/>
    <a:srgbClr val="3B2B46"/>
    <a:srgbClr val="DDE4ED"/>
    <a:srgbClr val="346297"/>
    <a:srgbClr val="000000"/>
    <a:srgbClr val="FFFFFF"/>
    <a:srgbClr val="346296"/>
    <a:srgbClr val="E646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AA48C9-D857-E84C-9E14-679B7DEF6043}" v="622" dt="2026-06-02T12:03:52.8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84"/>
    <p:restoredTop sz="82263"/>
  </p:normalViewPr>
  <p:slideViewPr>
    <p:cSldViewPr snapToGrid="0">
      <p:cViewPr varScale="1">
        <p:scale>
          <a:sx n="101" d="100"/>
          <a:sy n="101" d="100"/>
        </p:scale>
        <p:origin x="103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microsoft.com/office/2015/10/relationships/revisionInfo" Target="revisionInfo.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handoutMaster" Target="handoutMasters/handout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notesMaster" Target="notesMasters/notesMaster1.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iley Phillips" userId="ff405ea9ce338124" providerId="LiveId" clId="{5AD46E10-898E-51D7-9958-9E09FD827541}"/>
    <pc:docChg chg="undo redo custSel addSld delSld modSld sldOrd modSection">
      <pc:chgData name="Hailey Phillips" userId="ff405ea9ce338124" providerId="LiveId" clId="{5AD46E10-898E-51D7-9958-9E09FD827541}" dt="2026-06-02T12:58:30.982" v="1627" actId="1076"/>
      <pc:docMkLst>
        <pc:docMk/>
      </pc:docMkLst>
      <pc:sldChg chg="delSp modSp mod">
        <pc:chgData name="Hailey Phillips" userId="ff405ea9ce338124" providerId="LiveId" clId="{5AD46E10-898E-51D7-9958-9E09FD827541}" dt="2026-06-02T11:49:27.052" v="1320" actId="20577"/>
        <pc:sldMkLst>
          <pc:docMk/>
          <pc:sldMk cId="3317259441" sldId="264"/>
        </pc:sldMkLst>
        <pc:spChg chg="mod">
          <ac:chgData name="Hailey Phillips" userId="ff405ea9ce338124" providerId="LiveId" clId="{5AD46E10-898E-51D7-9958-9E09FD827541}" dt="2026-06-02T11:49:27.052" v="1320" actId="20577"/>
          <ac:spMkLst>
            <pc:docMk/>
            <pc:sldMk cId="3317259441" sldId="264"/>
            <ac:spMk id="5" creationId="{2CACAFC7-78CB-98F9-FEF3-D3E8C9FF6E6F}"/>
          </ac:spMkLst>
        </pc:spChg>
        <pc:picChg chg="del">
          <ac:chgData name="Hailey Phillips" userId="ff405ea9ce338124" providerId="LiveId" clId="{5AD46E10-898E-51D7-9958-9E09FD827541}" dt="2026-06-02T11:49:03.873" v="1275" actId="478"/>
          <ac:picMkLst>
            <pc:docMk/>
            <pc:sldMk cId="3317259441" sldId="264"/>
            <ac:picMk id="9" creationId="{776AC288-703A-8014-23CA-E040CDD7E976}"/>
          </ac:picMkLst>
        </pc:picChg>
      </pc:sldChg>
      <pc:sldChg chg="modSp mod">
        <pc:chgData name="Hailey Phillips" userId="ff405ea9ce338124" providerId="LiveId" clId="{5AD46E10-898E-51D7-9958-9E09FD827541}" dt="2026-06-02T07:20:27.420" v="10" actId="20577"/>
        <pc:sldMkLst>
          <pc:docMk/>
          <pc:sldMk cId="2193816839" sldId="273"/>
        </pc:sldMkLst>
        <pc:spChg chg="mod">
          <ac:chgData name="Hailey Phillips" userId="ff405ea9ce338124" providerId="LiveId" clId="{5AD46E10-898E-51D7-9958-9E09FD827541}" dt="2026-06-02T07:20:27.420" v="10" actId="20577"/>
          <ac:spMkLst>
            <pc:docMk/>
            <pc:sldMk cId="2193816839" sldId="273"/>
            <ac:spMk id="4" creationId="{0E2348EB-2258-5792-670F-322202E630B4}"/>
          </ac:spMkLst>
        </pc:spChg>
      </pc:sldChg>
      <pc:sldChg chg="addSp delSp modSp mod">
        <pc:chgData name="Hailey Phillips" userId="ff405ea9ce338124" providerId="LiveId" clId="{5AD46E10-898E-51D7-9958-9E09FD827541}" dt="2026-06-02T11:56:30.092" v="1519" actId="1076"/>
        <pc:sldMkLst>
          <pc:docMk/>
          <pc:sldMk cId="923274605" sldId="274"/>
        </pc:sldMkLst>
        <pc:picChg chg="add mod">
          <ac:chgData name="Hailey Phillips" userId="ff405ea9ce338124" providerId="LiveId" clId="{5AD46E10-898E-51D7-9958-9E09FD827541}" dt="2026-06-02T11:56:30.092" v="1519" actId="1076"/>
          <ac:picMkLst>
            <pc:docMk/>
            <pc:sldMk cId="923274605" sldId="274"/>
            <ac:picMk id="5" creationId="{A3E0FDE7-4496-0239-4052-D61F2CDB1D19}"/>
          </ac:picMkLst>
        </pc:picChg>
        <pc:picChg chg="del">
          <ac:chgData name="Hailey Phillips" userId="ff405ea9ce338124" providerId="LiveId" clId="{5AD46E10-898E-51D7-9958-9E09FD827541}" dt="2026-06-02T11:55:53.023" v="1513" actId="478"/>
          <ac:picMkLst>
            <pc:docMk/>
            <pc:sldMk cId="923274605" sldId="274"/>
            <ac:picMk id="7" creationId="{24808CD7-48CA-E068-8D46-76F5A7FDCD6F}"/>
          </ac:picMkLst>
        </pc:picChg>
      </pc:sldChg>
      <pc:sldChg chg="modSp mod modAnim modNotesTx">
        <pc:chgData name="Hailey Phillips" userId="ff405ea9ce338124" providerId="LiveId" clId="{5AD46E10-898E-51D7-9958-9E09FD827541}" dt="2026-06-02T10:09:21.970" v="382" actId="20577"/>
        <pc:sldMkLst>
          <pc:docMk/>
          <pc:sldMk cId="3992637668" sldId="276"/>
        </pc:sldMkLst>
        <pc:spChg chg="mod">
          <ac:chgData name="Hailey Phillips" userId="ff405ea9ce338124" providerId="LiveId" clId="{5AD46E10-898E-51D7-9958-9E09FD827541}" dt="2026-06-02T10:09:21.970" v="382" actId="20577"/>
          <ac:spMkLst>
            <pc:docMk/>
            <pc:sldMk cId="3992637668" sldId="276"/>
            <ac:spMk id="3" creationId="{6B90D9A6-79AB-8FC7-EB03-3B869A4C0724}"/>
          </ac:spMkLst>
        </pc:spChg>
      </pc:sldChg>
      <pc:sldChg chg="del">
        <pc:chgData name="Hailey Phillips" userId="ff405ea9ce338124" providerId="LiveId" clId="{5AD46E10-898E-51D7-9958-9E09FD827541}" dt="2026-06-02T11:57:08.653" v="1522" actId="2696"/>
        <pc:sldMkLst>
          <pc:docMk/>
          <pc:sldMk cId="3067421019" sldId="278"/>
        </pc:sldMkLst>
      </pc:sldChg>
      <pc:sldChg chg="del">
        <pc:chgData name="Hailey Phillips" userId="ff405ea9ce338124" providerId="LiveId" clId="{5AD46E10-898E-51D7-9958-9E09FD827541}" dt="2026-06-02T11:47:40.491" v="1254" actId="2696"/>
        <pc:sldMkLst>
          <pc:docMk/>
          <pc:sldMk cId="2765302259" sldId="282"/>
        </pc:sldMkLst>
      </pc:sldChg>
      <pc:sldChg chg="del">
        <pc:chgData name="Hailey Phillips" userId="ff405ea9ce338124" providerId="LiveId" clId="{5AD46E10-898E-51D7-9958-9E09FD827541}" dt="2026-06-02T11:57:10.733" v="1523" actId="2696"/>
        <pc:sldMkLst>
          <pc:docMk/>
          <pc:sldMk cId="2626020153" sldId="288"/>
        </pc:sldMkLst>
      </pc:sldChg>
      <pc:sldChg chg="del">
        <pc:chgData name="Hailey Phillips" userId="ff405ea9ce338124" providerId="LiveId" clId="{5AD46E10-898E-51D7-9958-9E09FD827541}" dt="2026-06-02T11:47:42.218" v="1255" actId="2696"/>
        <pc:sldMkLst>
          <pc:docMk/>
          <pc:sldMk cId="4258654" sldId="289"/>
        </pc:sldMkLst>
      </pc:sldChg>
      <pc:sldChg chg="del">
        <pc:chgData name="Hailey Phillips" userId="ff405ea9ce338124" providerId="LiveId" clId="{5AD46E10-898E-51D7-9958-9E09FD827541}" dt="2026-06-02T11:47:43.535" v="1256" actId="2696"/>
        <pc:sldMkLst>
          <pc:docMk/>
          <pc:sldMk cId="2330623525" sldId="290"/>
        </pc:sldMkLst>
      </pc:sldChg>
      <pc:sldChg chg="del">
        <pc:chgData name="Hailey Phillips" userId="ff405ea9ce338124" providerId="LiveId" clId="{5AD46E10-898E-51D7-9958-9E09FD827541}" dt="2026-06-02T11:57:01.187" v="1521" actId="2696"/>
        <pc:sldMkLst>
          <pc:docMk/>
          <pc:sldMk cId="1792819547" sldId="292"/>
        </pc:sldMkLst>
      </pc:sldChg>
      <pc:sldChg chg="del">
        <pc:chgData name="Hailey Phillips" userId="ff405ea9ce338124" providerId="LiveId" clId="{5AD46E10-898E-51D7-9958-9E09FD827541}" dt="2026-06-02T11:56:58.085" v="1520" actId="2696"/>
        <pc:sldMkLst>
          <pc:docMk/>
          <pc:sldMk cId="2039963604" sldId="294"/>
        </pc:sldMkLst>
      </pc:sldChg>
      <pc:sldChg chg="del">
        <pc:chgData name="Hailey Phillips" userId="ff405ea9ce338124" providerId="LiveId" clId="{5AD46E10-898E-51D7-9958-9E09FD827541}" dt="2026-06-02T11:49:41.079" v="1322" actId="2696"/>
        <pc:sldMkLst>
          <pc:docMk/>
          <pc:sldMk cId="2560985450" sldId="295"/>
        </pc:sldMkLst>
      </pc:sldChg>
      <pc:sldChg chg="del">
        <pc:chgData name="Hailey Phillips" userId="ff405ea9ce338124" providerId="LiveId" clId="{5AD46E10-898E-51D7-9958-9E09FD827541}" dt="2026-06-02T11:54:16.568" v="1510" actId="2696"/>
        <pc:sldMkLst>
          <pc:docMk/>
          <pc:sldMk cId="2475580041" sldId="297"/>
        </pc:sldMkLst>
      </pc:sldChg>
      <pc:sldChg chg="del">
        <pc:chgData name="Hailey Phillips" userId="ff405ea9ce338124" providerId="LiveId" clId="{5AD46E10-898E-51D7-9958-9E09FD827541}" dt="2026-06-02T11:54:20.108" v="1511" actId="2696"/>
        <pc:sldMkLst>
          <pc:docMk/>
          <pc:sldMk cId="31269258" sldId="298"/>
        </pc:sldMkLst>
      </pc:sldChg>
      <pc:sldChg chg="addSp delSp modSp new mod">
        <pc:chgData name="Hailey Phillips" userId="ff405ea9ce338124" providerId="LiveId" clId="{5AD46E10-898E-51D7-9958-9E09FD827541}" dt="2026-06-02T11:48:31.900" v="1272" actId="20577"/>
        <pc:sldMkLst>
          <pc:docMk/>
          <pc:sldMk cId="1610763646" sldId="299"/>
        </pc:sldMkLst>
        <pc:spChg chg="mod">
          <ac:chgData name="Hailey Phillips" userId="ff405ea9ce338124" providerId="LiveId" clId="{5AD46E10-898E-51D7-9958-9E09FD827541}" dt="2026-06-02T11:48:31.900" v="1272" actId="20577"/>
          <ac:spMkLst>
            <pc:docMk/>
            <pc:sldMk cId="1610763646" sldId="299"/>
            <ac:spMk id="2" creationId="{80E3F34B-A5BC-A383-285B-A73011D2B09E}"/>
          </ac:spMkLst>
        </pc:spChg>
        <pc:spChg chg="add del mod">
          <ac:chgData name="Hailey Phillips" userId="ff405ea9ce338124" providerId="LiveId" clId="{5AD46E10-898E-51D7-9958-9E09FD827541}" dt="2026-06-02T11:11:44.128" v="468" actId="1032"/>
          <ac:spMkLst>
            <pc:docMk/>
            <pc:sldMk cId="1610763646" sldId="299"/>
            <ac:spMk id="3" creationId="{313DAC54-FA2F-90DB-90BD-4CF9CC2BEEC1}"/>
          </ac:spMkLst>
        </pc:spChg>
        <pc:graphicFrameChg chg="add del mod modGraphic">
          <ac:chgData name="Hailey Phillips" userId="ff405ea9ce338124" providerId="LiveId" clId="{5AD46E10-898E-51D7-9958-9E09FD827541}" dt="2026-06-02T11:11:34.416" v="465" actId="1032"/>
          <ac:graphicFrameMkLst>
            <pc:docMk/>
            <pc:sldMk cId="1610763646" sldId="299"/>
            <ac:graphicFrameMk id="4" creationId="{267E480E-D33C-804B-8E89-66A7687D6DBD}"/>
          </ac:graphicFrameMkLst>
        </pc:graphicFrameChg>
        <pc:graphicFrameChg chg="add mod modGraphic">
          <ac:chgData name="Hailey Phillips" userId="ff405ea9ce338124" providerId="LiveId" clId="{5AD46E10-898E-51D7-9958-9E09FD827541}" dt="2026-06-02T11:12:28.827" v="549" actId="20577"/>
          <ac:graphicFrameMkLst>
            <pc:docMk/>
            <pc:sldMk cId="1610763646" sldId="299"/>
            <ac:graphicFrameMk id="5" creationId="{078E02C9-5247-7775-8209-5C859443B114}"/>
          </ac:graphicFrameMkLst>
        </pc:graphicFrameChg>
      </pc:sldChg>
      <pc:sldChg chg="addSp delSp modSp new mod">
        <pc:chgData name="Hailey Phillips" userId="ff405ea9ce338124" providerId="LiveId" clId="{5AD46E10-898E-51D7-9958-9E09FD827541}" dt="2026-06-02T12:01:52.079" v="1613" actId="20577"/>
        <pc:sldMkLst>
          <pc:docMk/>
          <pc:sldMk cId="775630184" sldId="300"/>
        </pc:sldMkLst>
        <pc:spChg chg="mod">
          <ac:chgData name="Hailey Phillips" userId="ff405ea9ce338124" providerId="LiveId" clId="{5AD46E10-898E-51D7-9958-9E09FD827541}" dt="2026-06-02T11:22:32.804" v="919" actId="20577"/>
          <ac:spMkLst>
            <pc:docMk/>
            <pc:sldMk cId="775630184" sldId="300"/>
            <ac:spMk id="2" creationId="{587164DA-A923-192B-232C-6D94126A462D}"/>
          </ac:spMkLst>
        </pc:spChg>
        <pc:spChg chg="mod">
          <ac:chgData name="Hailey Phillips" userId="ff405ea9ce338124" providerId="LiveId" clId="{5AD46E10-898E-51D7-9958-9E09FD827541}" dt="2026-06-02T12:01:52.079" v="1613" actId="20577"/>
          <ac:spMkLst>
            <pc:docMk/>
            <pc:sldMk cId="775630184" sldId="300"/>
            <ac:spMk id="3" creationId="{16B42416-DD41-8B29-3B99-F647F75108C8}"/>
          </ac:spMkLst>
        </pc:spChg>
        <pc:picChg chg="add del mod">
          <ac:chgData name="Hailey Phillips" userId="ff405ea9ce338124" providerId="LiveId" clId="{5AD46E10-898E-51D7-9958-9E09FD827541}" dt="2026-06-02T12:01:38.692" v="1580" actId="478"/>
          <ac:picMkLst>
            <pc:docMk/>
            <pc:sldMk cId="775630184" sldId="300"/>
            <ac:picMk id="5" creationId="{D5AEA8CB-7499-2E42-AD6D-260A153E2AD6}"/>
          </ac:picMkLst>
        </pc:picChg>
        <pc:picChg chg="add mod">
          <ac:chgData name="Hailey Phillips" userId="ff405ea9ce338124" providerId="LiveId" clId="{5AD46E10-898E-51D7-9958-9E09FD827541}" dt="2026-06-02T11:59:38.782" v="1566" actId="14100"/>
          <ac:picMkLst>
            <pc:docMk/>
            <pc:sldMk cId="775630184" sldId="300"/>
            <ac:picMk id="1026" creationId="{589DBDF3-C32A-5A04-A384-9B1C83B94285}"/>
          </ac:picMkLst>
        </pc:picChg>
        <pc:picChg chg="add del mod">
          <ac:chgData name="Hailey Phillips" userId="ff405ea9ce338124" providerId="LiveId" clId="{5AD46E10-898E-51D7-9958-9E09FD827541}" dt="2026-06-02T12:01:07.770" v="1575" actId="478"/>
          <ac:picMkLst>
            <pc:docMk/>
            <pc:sldMk cId="775630184" sldId="300"/>
            <ac:picMk id="1028" creationId="{CFE7B870-5FCA-8824-0AE7-83075A418E91}"/>
          </ac:picMkLst>
        </pc:picChg>
      </pc:sldChg>
      <pc:sldChg chg="addSp delSp modSp new del mod">
        <pc:chgData name="Hailey Phillips" userId="ff405ea9ce338124" providerId="LiveId" clId="{5AD46E10-898E-51D7-9958-9E09FD827541}" dt="2026-06-02T11:49:38.108" v="1321" actId="2696"/>
        <pc:sldMkLst>
          <pc:docMk/>
          <pc:sldMk cId="126397432" sldId="301"/>
        </pc:sldMkLst>
        <pc:spChg chg="mod">
          <ac:chgData name="Hailey Phillips" userId="ff405ea9ce338124" providerId="LiveId" clId="{5AD46E10-898E-51D7-9958-9E09FD827541}" dt="2026-06-02T11:24:24.055" v="1020" actId="20577"/>
          <ac:spMkLst>
            <pc:docMk/>
            <pc:sldMk cId="126397432" sldId="301"/>
            <ac:spMk id="2" creationId="{AAA2B0E8-5A0A-01FA-DFD1-17F8B4FFD5D1}"/>
          </ac:spMkLst>
        </pc:spChg>
        <pc:spChg chg="del mod">
          <ac:chgData name="Hailey Phillips" userId="ff405ea9ce338124" providerId="LiveId" clId="{5AD46E10-898E-51D7-9958-9E09FD827541}" dt="2026-06-02T11:25:17.411" v="1062" actId="1032"/>
          <ac:spMkLst>
            <pc:docMk/>
            <pc:sldMk cId="126397432" sldId="301"/>
            <ac:spMk id="3" creationId="{2B01A9A9-DA06-3FAC-9EDC-347C62B56BD8}"/>
          </ac:spMkLst>
        </pc:spChg>
        <pc:graphicFrameChg chg="add mod modGraphic">
          <ac:chgData name="Hailey Phillips" userId="ff405ea9ce338124" providerId="LiveId" clId="{5AD46E10-898E-51D7-9958-9E09FD827541}" dt="2026-06-02T11:27:38.270" v="1073" actId="13782"/>
          <ac:graphicFrameMkLst>
            <pc:docMk/>
            <pc:sldMk cId="126397432" sldId="301"/>
            <ac:graphicFrameMk id="4" creationId="{A444F338-EEAA-AD44-EB15-679818F1550E}"/>
          </ac:graphicFrameMkLst>
        </pc:graphicFrameChg>
      </pc:sldChg>
      <pc:sldChg chg="modSp new mod">
        <pc:chgData name="Hailey Phillips" userId="ff405ea9ce338124" providerId="LiveId" clId="{5AD46E10-898E-51D7-9958-9E09FD827541}" dt="2026-06-02T11:19:57.386" v="904" actId="20577"/>
        <pc:sldMkLst>
          <pc:docMk/>
          <pc:sldMk cId="620957898" sldId="302"/>
        </pc:sldMkLst>
        <pc:spChg chg="mod">
          <ac:chgData name="Hailey Phillips" userId="ff405ea9ce338124" providerId="LiveId" clId="{5AD46E10-898E-51D7-9958-9E09FD827541}" dt="2026-06-02T11:18:55.548" v="829" actId="20577"/>
          <ac:spMkLst>
            <pc:docMk/>
            <pc:sldMk cId="620957898" sldId="302"/>
            <ac:spMk id="2" creationId="{11D106CB-905C-0A7E-D4FC-883393711557}"/>
          </ac:spMkLst>
        </pc:spChg>
        <pc:spChg chg="mod">
          <ac:chgData name="Hailey Phillips" userId="ff405ea9ce338124" providerId="LiveId" clId="{5AD46E10-898E-51D7-9958-9E09FD827541}" dt="2026-06-02T11:19:57.386" v="904" actId="20577"/>
          <ac:spMkLst>
            <pc:docMk/>
            <pc:sldMk cId="620957898" sldId="302"/>
            <ac:spMk id="3" creationId="{0A8C5A9D-7B3F-799A-7F1F-8CD3EECAC101}"/>
          </ac:spMkLst>
        </pc:spChg>
      </pc:sldChg>
      <pc:sldChg chg="new del">
        <pc:chgData name="Hailey Phillips" userId="ff405ea9ce338124" providerId="LiveId" clId="{5AD46E10-898E-51D7-9958-9E09FD827541}" dt="2026-06-02T11:21:28.359" v="905" actId="2696"/>
        <pc:sldMkLst>
          <pc:docMk/>
          <pc:sldMk cId="1576404170" sldId="303"/>
        </pc:sldMkLst>
      </pc:sldChg>
      <pc:sldChg chg="modSp new mod">
        <pc:chgData name="Hailey Phillips" userId="ff405ea9ce338124" providerId="LiveId" clId="{5AD46E10-898E-51D7-9958-9E09FD827541}" dt="2026-06-02T11:18:24.898" v="799" actId="20577"/>
        <pc:sldMkLst>
          <pc:docMk/>
          <pc:sldMk cId="3304212937" sldId="304"/>
        </pc:sldMkLst>
        <pc:spChg chg="mod">
          <ac:chgData name="Hailey Phillips" userId="ff405ea9ce338124" providerId="LiveId" clId="{5AD46E10-898E-51D7-9958-9E09FD827541}" dt="2026-06-02T11:14:26.615" v="578" actId="20577"/>
          <ac:spMkLst>
            <pc:docMk/>
            <pc:sldMk cId="3304212937" sldId="304"/>
            <ac:spMk id="2" creationId="{2F8D44C7-99B2-DDCC-FD58-E062CF791945}"/>
          </ac:spMkLst>
        </pc:spChg>
        <pc:spChg chg="mod">
          <ac:chgData name="Hailey Phillips" userId="ff405ea9ce338124" providerId="LiveId" clId="{5AD46E10-898E-51D7-9958-9E09FD827541}" dt="2026-06-02T11:14:38.175" v="609" actId="20577"/>
          <ac:spMkLst>
            <pc:docMk/>
            <pc:sldMk cId="3304212937" sldId="304"/>
            <ac:spMk id="3" creationId="{20D19A25-6272-49FF-72F6-A152BF8B544D}"/>
          </ac:spMkLst>
        </pc:spChg>
        <pc:spChg chg="mod">
          <ac:chgData name="Hailey Phillips" userId="ff405ea9ce338124" providerId="LiveId" clId="{5AD46E10-898E-51D7-9958-9E09FD827541}" dt="2026-06-02T11:17:13.729" v="745" actId="20577"/>
          <ac:spMkLst>
            <pc:docMk/>
            <pc:sldMk cId="3304212937" sldId="304"/>
            <ac:spMk id="4" creationId="{E15E5AFA-3D47-C30D-DE0F-C4F277AB32A0}"/>
          </ac:spMkLst>
        </pc:spChg>
        <pc:spChg chg="mod">
          <ac:chgData name="Hailey Phillips" userId="ff405ea9ce338124" providerId="LiveId" clId="{5AD46E10-898E-51D7-9958-9E09FD827541}" dt="2026-06-02T11:14:45.411" v="630" actId="20577"/>
          <ac:spMkLst>
            <pc:docMk/>
            <pc:sldMk cId="3304212937" sldId="304"/>
            <ac:spMk id="5" creationId="{1CF88407-5614-286B-F317-3576409BFDC8}"/>
          </ac:spMkLst>
        </pc:spChg>
        <pc:spChg chg="mod">
          <ac:chgData name="Hailey Phillips" userId="ff405ea9ce338124" providerId="LiveId" clId="{5AD46E10-898E-51D7-9958-9E09FD827541}" dt="2026-06-02T11:18:24.898" v="799" actId="20577"/>
          <ac:spMkLst>
            <pc:docMk/>
            <pc:sldMk cId="3304212937" sldId="304"/>
            <ac:spMk id="6" creationId="{D17EA346-5E31-0D8B-DC0C-C358F2913EDE}"/>
          </ac:spMkLst>
        </pc:spChg>
      </pc:sldChg>
      <pc:sldChg chg="add del">
        <pc:chgData name="Hailey Phillips" userId="ff405ea9ce338124" providerId="LiveId" clId="{5AD46E10-898E-51D7-9958-9E09FD827541}" dt="2026-06-02T11:27:47.880" v="1075" actId="2890"/>
        <pc:sldMkLst>
          <pc:docMk/>
          <pc:sldMk cId="2562739411" sldId="305"/>
        </pc:sldMkLst>
      </pc:sldChg>
      <pc:sldChg chg="addSp delSp modSp new mod">
        <pc:chgData name="Hailey Phillips" userId="ff405ea9ce338124" providerId="LiveId" clId="{5AD46E10-898E-51D7-9958-9E09FD827541}" dt="2026-06-02T11:47:25.238" v="1253" actId="20577"/>
        <pc:sldMkLst>
          <pc:docMk/>
          <pc:sldMk cId="3994345709" sldId="305"/>
        </pc:sldMkLst>
        <pc:spChg chg="mod">
          <ac:chgData name="Hailey Phillips" userId="ff405ea9ce338124" providerId="LiveId" clId="{5AD46E10-898E-51D7-9958-9E09FD827541}" dt="2026-06-02T11:27:55.033" v="1086" actId="20577"/>
          <ac:spMkLst>
            <pc:docMk/>
            <pc:sldMk cId="3994345709" sldId="305"/>
            <ac:spMk id="2" creationId="{94815194-E6E6-3C65-2FD8-35BB016EEF77}"/>
          </ac:spMkLst>
        </pc:spChg>
        <pc:spChg chg="add del mod">
          <ac:chgData name="Hailey Phillips" userId="ff405ea9ce338124" providerId="LiveId" clId="{5AD46E10-898E-51D7-9958-9E09FD827541}" dt="2026-06-02T11:44:31.753" v="1152" actId="20577"/>
          <ac:spMkLst>
            <pc:docMk/>
            <pc:sldMk cId="3994345709" sldId="305"/>
            <ac:spMk id="3" creationId="{B3D0B793-54DC-E12A-57EE-7FF4F3B951D3}"/>
          </ac:spMkLst>
        </pc:spChg>
        <pc:graphicFrameChg chg="add del mod modGraphic">
          <ac:chgData name="Hailey Phillips" userId="ff405ea9ce338124" providerId="LiveId" clId="{5AD46E10-898E-51D7-9958-9E09FD827541}" dt="2026-06-02T11:29:00.968" v="1094" actId="1032"/>
          <ac:graphicFrameMkLst>
            <pc:docMk/>
            <pc:sldMk cId="3994345709" sldId="305"/>
            <ac:graphicFrameMk id="4" creationId="{26470E50-EB25-FDE4-BD93-448D1C1CBC59}"/>
          </ac:graphicFrameMkLst>
        </pc:graphicFrameChg>
        <pc:graphicFrameChg chg="add mod modGraphic">
          <ac:chgData name="Hailey Phillips" userId="ff405ea9ce338124" providerId="LiveId" clId="{5AD46E10-898E-51D7-9958-9E09FD827541}" dt="2026-06-02T11:47:25.238" v="1253" actId="20577"/>
          <ac:graphicFrameMkLst>
            <pc:docMk/>
            <pc:sldMk cId="3994345709" sldId="305"/>
            <ac:graphicFrameMk id="5" creationId="{4F5F7F2C-4A14-3E81-3286-4724A77BDA44}"/>
          </ac:graphicFrameMkLst>
        </pc:graphicFrameChg>
      </pc:sldChg>
      <pc:sldChg chg="add del ord">
        <pc:chgData name="Hailey Phillips" userId="ff405ea9ce338124" providerId="LiveId" clId="{5AD46E10-898E-51D7-9958-9E09FD827541}" dt="2026-06-02T12:02:38.908" v="1614" actId="2696"/>
        <pc:sldMkLst>
          <pc:docMk/>
          <pc:sldMk cId="261518219" sldId="306"/>
        </pc:sldMkLst>
      </pc:sldChg>
      <pc:sldChg chg="addSp delSp modSp add mod">
        <pc:chgData name="Hailey Phillips" userId="ff405ea9ce338124" providerId="LiveId" clId="{5AD46E10-898E-51D7-9958-9E09FD827541}" dt="2026-06-02T12:58:30.982" v="1627" actId="1076"/>
        <pc:sldMkLst>
          <pc:docMk/>
          <pc:sldMk cId="165873140" sldId="307"/>
        </pc:sldMkLst>
        <pc:spChg chg="mod">
          <ac:chgData name="Hailey Phillips" userId="ff405ea9ce338124" providerId="LiveId" clId="{5AD46E10-898E-51D7-9958-9E09FD827541}" dt="2026-06-02T11:50:43.735" v="1350" actId="20577"/>
          <ac:spMkLst>
            <pc:docMk/>
            <pc:sldMk cId="165873140" sldId="307"/>
            <ac:spMk id="2" creationId="{4BCDEC65-7BB7-E3A0-DB52-C95DEA1ABBFD}"/>
          </ac:spMkLst>
        </pc:spChg>
        <pc:spChg chg="add del mod">
          <ac:chgData name="Hailey Phillips" userId="ff405ea9ce338124" providerId="LiveId" clId="{5AD46E10-898E-51D7-9958-9E09FD827541}" dt="2026-06-02T12:57:59.982" v="1623" actId="931"/>
          <ac:spMkLst>
            <pc:docMk/>
            <pc:sldMk cId="165873140" sldId="307"/>
            <ac:spMk id="4" creationId="{80CF7CDA-B0D7-D8C2-D5C5-FEECD5BD31B4}"/>
          </ac:spMkLst>
        </pc:spChg>
        <pc:graphicFrameChg chg="del mod">
          <ac:chgData name="Hailey Phillips" userId="ff405ea9ce338124" providerId="LiveId" clId="{5AD46E10-898E-51D7-9958-9E09FD827541}" dt="2026-06-02T12:57:43.102" v="1622" actId="478"/>
          <ac:graphicFrameMkLst>
            <pc:docMk/>
            <pc:sldMk cId="165873140" sldId="307"/>
            <ac:graphicFrameMk id="5" creationId="{9F94BE52-7D5A-F0B1-DE4B-E0066006BD15}"/>
          </ac:graphicFrameMkLst>
        </pc:graphicFrameChg>
        <pc:picChg chg="add mod ord">
          <ac:chgData name="Hailey Phillips" userId="ff405ea9ce338124" providerId="LiveId" clId="{5AD46E10-898E-51D7-9958-9E09FD827541}" dt="2026-06-02T12:58:30.982" v="1627" actId="1076"/>
          <ac:picMkLst>
            <pc:docMk/>
            <pc:sldMk cId="165873140" sldId="307"/>
            <ac:picMk id="7" creationId="{ED685636-51AD-A63F-53F9-542A6BAEA35C}"/>
          </ac:picMkLst>
        </pc:picChg>
      </pc:sldChg>
      <pc:sldChg chg="new del">
        <pc:chgData name="Hailey Phillips" userId="ff405ea9ce338124" providerId="LiveId" clId="{5AD46E10-898E-51D7-9958-9E09FD827541}" dt="2026-06-02T12:03:21.509" v="1615" actId="2696"/>
        <pc:sldMkLst>
          <pc:docMk/>
          <pc:sldMk cId="3938964825" sldId="30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F41DA4-0BA9-4A4F-B629-0B5CD6EC2892}" type="doc">
      <dgm:prSet loTypeId="urn:microsoft.com/office/officeart/2005/8/layout/process1" loCatId="" qsTypeId="urn:microsoft.com/office/officeart/2005/8/quickstyle/simple1" qsCatId="simple" csTypeId="urn:microsoft.com/office/officeart/2005/8/colors/accent1_2" csCatId="accent1" phldr="1"/>
      <dgm:spPr/>
    </dgm:pt>
    <dgm:pt modelId="{3C68CAD2-FC8E-8745-93B9-D86FE157F9D5}">
      <dgm:prSet phldrT="[Text]"/>
      <dgm:spPr/>
      <dgm:t>
        <a:bodyPr/>
        <a:lstStyle/>
        <a:p>
          <a:r>
            <a:rPr lang="en-US" dirty="0"/>
            <a:t>Open Portal</a:t>
          </a:r>
        </a:p>
      </dgm:t>
    </dgm:pt>
    <dgm:pt modelId="{891CA3DA-B239-0E46-94DE-CA444CE002F3}" type="parTrans" cxnId="{FBF50C77-6C62-194C-B68D-4019F3C5761C}">
      <dgm:prSet/>
      <dgm:spPr/>
      <dgm:t>
        <a:bodyPr/>
        <a:lstStyle/>
        <a:p>
          <a:endParaRPr lang="en-US"/>
        </a:p>
      </dgm:t>
    </dgm:pt>
    <dgm:pt modelId="{D48C3668-51F4-C048-96F4-D46F2C2D7F8B}" type="sibTrans" cxnId="{FBF50C77-6C62-194C-B68D-4019F3C5761C}">
      <dgm:prSet/>
      <dgm:spPr/>
      <dgm:t>
        <a:bodyPr/>
        <a:lstStyle/>
        <a:p>
          <a:endParaRPr lang="en-US"/>
        </a:p>
      </dgm:t>
    </dgm:pt>
    <dgm:pt modelId="{61419655-4F71-C643-8747-E197DEA02F20}">
      <dgm:prSet phldrT="[Text]"/>
      <dgm:spPr/>
      <dgm:t>
        <a:bodyPr/>
        <a:lstStyle/>
        <a:p>
          <a:r>
            <a:rPr lang="en-US" dirty="0"/>
            <a:t>Edit Live Policy</a:t>
          </a:r>
        </a:p>
      </dgm:t>
    </dgm:pt>
    <dgm:pt modelId="{71EBCF9C-712C-B741-A1AB-95F5945C11AA}" type="parTrans" cxnId="{4EABDD8D-5EF8-4C4D-977A-BF16C55E5CD5}">
      <dgm:prSet/>
      <dgm:spPr/>
      <dgm:t>
        <a:bodyPr/>
        <a:lstStyle/>
        <a:p>
          <a:endParaRPr lang="en-US"/>
        </a:p>
      </dgm:t>
    </dgm:pt>
    <dgm:pt modelId="{EF04558E-0887-AE49-9BF1-1CBF4BD532F9}" type="sibTrans" cxnId="{4EABDD8D-5EF8-4C4D-977A-BF16C55E5CD5}">
      <dgm:prSet/>
      <dgm:spPr/>
      <dgm:t>
        <a:bodyPr/>
        <a:lstStyle/>
        <a:p>
          <a:endParaRPr lang="en-US"/>
        </a:p>
      </dgm:t>
    </dgm:pt>
    <dgm:pt modelId="{B5B84D47-55A8-714B-9097-F142FB706E4F}">
      <dgm:prSet phldrT="[Text]"/>
      <dgm:spPr/>
      <dgm:t>
        <a:bodyPr/>
        <a:lstStyle/>
        <a:p>
          <a:r>
            <a:rPr lang="en-US" dirty="0"/>
            <a:t>Save and Pray</a:t>
          </a:r>
        </a:p>
      </dgm:t>
    </dgm:pt>
    <dgm:pt modelId="{D3050527-F98E-A94E-A97D-4DF50A3989AD}" type="parTrans" cxnId="{DB1C161F-C13F-0043-8332-1993DF859493}">
      <dgm:prSet/>
      <dgm:spPr/>
      <dgm:t>
        <a:bodyPr/>
        <a:lstStyle/>
        <a:p>
          <a:endParaRPr lang="en-US"/>
        </a:p>
      </dgm:t>
    </dgm:pt>
    <dgm:pt modelId="{0905E729-B7F3-CA47-AE19-551F361F8CDE}" type="sibTrans" cxnId="{DB1C161F-C13F-0043-8332-1993DF859493}">
      <dgm:prSet/>
      <dgm:spPr/>
      <dgm:t>
        <a:bodyPr/>
        <a:lstStyle/>
        <a:p>
          <a:endParaRPr lang="en-US"/>
        </a:p>
      </dgm:t>
    </dgm:pt>
    <dgm:pt modelId="{7658233B-9373-F345-A99E-C1B13F10A26F}">
      <dgm:prSet phldrT="[Text]"/>
      <dgm:spPr/>
      <dgm:t>
        <a:bodyPr/>
        <a:lstStyle/>
        <a:p>
          <a:r>
            <a:rPr lang="en-US" dirty="0"/>
            <a:t>Helpdesk Feedback Loop</a:t>
          </a:r>
        </a:p>
      </dgm:t>
    </dgm:pt>
    <dgm:pt modelId="{9A6D62A2-04B8-ED46-A346-D7EB520B088F}" type="parTrans" cxnId="{2026037C-8FE3-6046-8DE7-A9B6047CDF2E}">
      <dgm:prSet/>
      <dgm:spPr/>
      <dgm:t>
        <a:bodyPr/>
        <a:lstStyle/>
        <a:p>
          <a:endParaRPr lang="en-US"/>
        </a:p>
      </dgm:t>
    </dgm:pt>
    <dgm:pt modelId="{B348D98F-B52C-5B45-BBE4-C4322A40001B}" type="sibTrans" cxnId="{2026037C-8FE3-6046-8DE7-A9B6047CDF2E}">
      <dgm:prSet/>
      <dgm:spPr/>
      <dgm:t>
        <a:bodyPr/>
        <a:lstStyle/>
        <a:p>
          <a:endParaRPr lang="en-US"/>
        </a:p>
      </dgm:t>
    </dgm:pt>
    <dgm:pt modelId="{66AA6ECB-6F74-5C49-A871-A5A609BC37E0}" type="pres">
      <dgm:prSet presAssocID="{B4F41DA4-0BA9-4A4F-B629-0B5CD6EC2892}" presName="Name0" presStyleCnt="0">
        <dgm:presLayoutVars>
          <dgm:dir/>
          <dgm:resizeHandles val="exact"/>
        </dgm:presLayoutVars>
      </dgm:prSet>
      <dgm:spPr/>
    </dgm:pt>
    <dgm:pt modelId="{5E831E41-E0C1-CE47-BB21-FB4B29A0413F}" type="pres">
      <dgm:prSet presAssocID="{3C68CAD2-FC8E-8745-93B9-D86FE157F9D5}" presName="node" presStyleLbl="node1" presStyleIdx="0" presStyleCnt="4">
        <dgm:presLayoutVars>
          <dgm:bulletEnabled val="1"/>
        </dgm:presLayoutVars>
      </dgm:prSet>
      <dgm:spPr/>
    </dgm:pt>
    <dgm:pt modelId="{2E9A178F-A8E9-0547-8B3C-2F6E2FECBAF8}" type="pres">
      <dgm:prSet presAssocID="{D48C3668-51F4-C048-96F4-D46F2C2D7F8B}" presName="sibTrans" presStyleLbl="sibTrans2D1" presStyleIdx="0" presStyleCnt="3"/>
      <dgm:spPr/>
    </dgm:pt>
    <dgm:pt modelId="{C3A7B3FB-236A-A142-ACB3-171D8040069E}" type="pres">
      <dgm:prSet presAssocID="{D48C3668-51F4-C048-96F4-D46F2C2D7F8B}" presName="connectorText" presStyleLbl="sibTrans2D1" presStyleIdx="0" presStyleCnt="3"/>
      <dgm:spPr/>
    </dgm:pt>
    <dgm:pt modelId="{DE5A4F30-9061-4441-B3A3-966C5C607214}" type="pres">
      <dgm:prSet presAssocID="{61419655-4F71-C643-8747-E197DEA02F20}" presName="node" presStyleLbl="node1" presStyleIdx="1" presStyleCnt="4">
        <dgm:presLayoutVars>
          <dgm:bulletEnabled val="1"/>
        </dgm:presLayoutVars>
      </dgm:prSet>
      <dgm:spPr/>
    </dgm:pt>
    <dgm:pt modelId="{8CD81E3B-E0BC-C049-A4A3-A191450E46EC}" type="pres">
      <dgm:prSet presAssocID="{EF04558E-0887-AE49-9BF1-1CBF4BD532F9}" presName="sibTrans" presStyleLbl="sibTrans2D1" presStyleIdx="1" presStyleCnt="3"/>
      <dgm:spPr/>
    </dgm:pt>
    <dgm:pt modelId="{777A3707-BC36-BC4C-8FDC-8E339E3F88AF}" type="pres">
      <dgm:prSet presAssocID="{EF04558E-0887-AE49-9BF1-1CBF4BD532F9}" presName="connectorText" presStyleLbl="sibTrans2D1" presStyleIdx="1" presStyleCnt="3"/>
      <dgm:spPr/>
    </dgm:pt>
    <dgm:pt modelId="{0FF671E0-70D6-1F4B-82A0-9B7BA3C2432D}" type="pres">
      <dgm:prSet presAssocID="{B5B84D47-55A8-714B-9097-F142FB706E4F}" presName="node" presStyleLbl="node1" presStyleIdx="2" presStyleCnt="4">
        <dgm:presLayoutVars>
          <dgm:bulletEnabled val="1"/>
        </dgm:presLayoutVars>
      </dgm:prSet>
      <dgm:spPr/>
    </dgm:pt>
    <dgm:pt modelId="{1C33EDFB-8DF3-3741-A5C8-FC2A640B31D8}" type="pres">
      <dgm:prSet presAssocID="{0905E729-B7F3-CA47-AE19-551F361F8CDE}" presName="sibTrans" presStyleLbl="sibTrans2D1" presStyleIdx="2" presStyleCnt="3"/>
      <dgm:spPr/>
    </dgm:pt>
    <dgm:pt modelId="{86AEF8C7-D5C6-0744-97EE-A42C066C0B8B}" type="pres">
      <dgm:prSet presAssocID="{0905E729-B7F3-CA47-AE19-551F361F8CDE}" presName="connectorText" presStyleLbl="sibTrans2D1" presStyleIdx="2" presStyleCnt="3"/>
      <dgm:spPr/>
    </dgm:pt>
    <dgm:pt modelId="{62D6561F-452B-9846-A9B0-3F7F5EA30DB5}" type="pres">
      <dgm:prSet presAssocID="{7658233B-9373-F345-A99E-C1B13F10A26F}" presName="node" presStyleLbl="node1" presStyleIdx="3" presStyleCnt="4">
        <dgm:presLayoutVars>
          <dgm:bulletEnabled val="1"/>
        </dgm:presLayoutVars>
      </dgm:prSet>
      <dgm:spPr/>
    </dgm:pt>
  </dgm:ptLst>
  <dgm:cxnLst>
    <dgm:cxn modelId="{1A95A400-D71A-524C-A21B-D95D36C8A6D0}" type="presOf" srcId="{B4F41DA4-0BA9-4A4F-B629-0B5CD6EC2892}" destId="{66AA6ECB-6F74-5C49-A871-A5A609BC37E0}" srcOrd="0" destOrd="0" presId="urn:microsoft.com/office/officeart/2005/8/layout/process1"/>
    <dgm:cxn modelId="{A77C270D-AA6C-6E4C-811C-B711567A5292}" type="presOf" srcId="{D48C3668-51F4-C048-96F4-D46F2C2D7F8B}" destId="{C3A7B3FB-236A-A142-ACB3-171D8040069E}" srcOrd="1" destOrd="0" presId="urn:microsoft.com/office/officeart/2005/8/layout/process1"/>
    <dgm:cxn modelId="{DB1C161F-C13F-0043-8332-1993DF859493}" srcId="{B4F41DA4-0BA9-4A4F-B629-0B5CD6EC2892}" destId="{B5B84D47-55A8-714B-9097-F142FB706E4F}" srcOrd="2" destOrd="0" parTransId="{D3050527-F98E-A94E-A97D-4DF50A3989AD}" sibTransId="{0905E729-B7F3-CA47-AE19-551F361F8CDE}"/>
    <dgm:cxn modelId="{AF85242D-BFDA-1846-B373-3FB21C4F9869}" type="presOf" srcId="{B5B84D47-55A8-714B-9097-F142FB706E4F}" destId="{0FF671E0-70D6-1F4B-82A0-9B7BA3C2432D}" srcOrd="0" destOrd="0" presId="urn:microsoft.com/office/officeart/2005/8/layout/process1"/>
    <dgm:cxn modelId="{6DB45E39-2CC0-6947-B68B-BA5BC9EE5AAC}" type="presOf" srcId="{0905E729-B7F3-CA47-AE19-551F361F8CDE}" destId="{1C33EDFB-8DF3-3741-A5C8-FC2A640B31D8}" srcOrd="0" destOrd="0" presId="urn:microsoft.com/office/officeart/2005/8/layout/process1"/>
    <dgm:cxn modelId="{E0DB4660-F4A0-CB4E-888D-964EA50D4752}" type="presOf" srcId="{61419655-4F71-C643-8747-E197DEA02F20}" destId="{DE5A4F30-9061-4441-B3A3-966C5C607214}" srcOrd="0" destOrd="0" presId="urn:microsoft.com/office/officeart/2005/8/layout/process1"/>
    <dgm:cxn modelId="{D1F71471-6C84-FF44-A10A-FBE28CB719FA}" type="presOf" srcId="{D48C3668-51F4-C048-96F4-D46F2C2D7F8B}" destId="{2E9A178F-A8E9-0547-8B3C-2F6E2FECBAF8}" srcOrd="0" destOrd="0" presId="urn:microsoft.com/office/officeart/2005/8/layout/process1"/>
    <dgm:cxn modelId="{FBF50C77-6C62-194C-B68D-4019F3C5761C}" srcId="{B4F41DA4-0BA9-4A4F-B629-0B5CD6EC2892}" destId="{3C68CAD2-FC8E-8745-93B9-D86FE157F9D5}" srcOrd="0" destOrd="0" parTransId="{891CA3DA-B239-0E46-94DE-CA444CE002F3}" sibTransId="{D48C3668-51F4-C048-96F4-D46F2C2D7F8B}"/>
    <dgm:cxn modelId="{2026037C-8FE3-6046-8DE7-A9B6047CDF2E}" srcId="{B4F41DA4-0BA9-4A4F-B629-0B5CD6EC2892}" destId="{7658233B-9373-F345-A99E-C1B13F10A26F}" srcOrd="3" destOrd="0" parTransId="{9A6D62A2-04B8-ED46-A346-D7EB520B088F}" sibTransId="{B348D98F-B52C-5B45-BBE4-C4322A40001B}"/>
    <dgm:cxn modelId="{4EABDD8D-5EF8-4C4D-977A-BF16C55E5CD5}" srcId="{B4F41DA4-0BA9-4A4F-B629-0B5CD6EC2892}" destId="{61419655-4F71-C643-8747-E197DEA02F20}" srcOrd="1" destOrd="0" parTransId="{71EBCF9C-712C-B741-A1AB-95F5945C11AA}" sibTransId="{EF04558E-0887-AE49-9BF1-1CBF4BD532F9}"/>
    <dgm:cxn modelId="{E07B51B7-82E2-A347-BAFC-080850B62DF4}" type="presOf" srcId="{3C68CAD2-FC8E-8745-93B9-D86FE157F9D5}" destId="{5E831E41-E0C1-CE47-BB21-FB4B29A0413F}" srcOrd="0" destOrd="0" presId="urn:microsoft.com/office/officeart/2005/8/layout/process1"/>
    <dgm:cxn modelId="{9EE35EB7-8FEE-9147-9CE8-13C7A2EC5CEA}" type="presOf" srcId="{7658233B-9373-F345-A99E-C1B13F10A26F}" destId="{62D6561F-452B-9846-A9B0-3F7F5EA30DB5}" srcOrd="0" destOrd="0" presId="urn:microsoft.com/office/officeart/2005/8/layout/process1"/>
    <dgm:cxn modelId="{BC50F1C1-60A7-0D43-A037-C55B6BB63C8A}" type="presOf" srcId="{0905E729-B7F3-CA47-AE19-551F361F8CDE}" destId="{86AEF8C7-D5C6-0744-97EE-A42C066C0B8B}" srcOrd="1" destOrd="0" presId="urn:microsoft.com/office/officeart/2005/8/layout/process1"/>
    <dgm:cxn modelId="{514537EB-8001-B64A-93D9-C915F1560323}" type="presOf" srcId="{EF04558E-0887-AE49-9BF1-1CBF4BD532F9}" destId="{777A3707-BC36-BC4C-8FDC-8E339E3F88AF}" srcOrd="1" destOrd="0" presId="urn:microsoft.com/office/officeart/2005/8/layout/process1"/>
    <dgm:cxn modelId="{810B9EF7-E1C7-344E-8FCE-C4EDCE170027}" type="presOf" srcId="{EF04558E-0887-AE49-9BF1-1CBF4BD532F9}" destId="{8CD81E3B-E0BC-C049-A4A3-A191450E46EC}" srcOrd="0" destOrd="0" presId="urn:microsoft.com/office/officeart/2005/8/layout/process1"/>
    <dgm:cxn modelId="{8B00B033-FDFE-544A-B6FE-51BB5E98AC1D}" type="presParOf" srcId="{66AA6ECB-6F74-5C49-A871-A5A609BC37E0}" destId="{5E831E41-E0C1-CE47-BB21-FB4B29A0413F}" srcOrd="0" destOrd="0" presId="urn:microsoft.com/office/officeart/2005/8/layout/process1"/>
    <dgm:cxn modelId="{4934D699-E5C0-E246-942B-741FEC0E4DD8}" type="presParOf" srcId="{66AA6ECB-6F74-5C49-A871-A5A609BC37E0}" destId="{2E9A178F-A8E9-0547-8B3C-2F6E2FECBAF8}" srcOrd="1" destOrd="0" presId="urn:microsoft.com/office/officeart/2005/8/layout/process1"/>
    <dgm:cxn modelId="{90456468-2213-1144-8753-944AABE8BDEF}" type="presParOf" srcId="{2E9A178F-A8E9-0547-8B3C-2F6E2FECBAF8}" destId="{C3A7B3FB-236A-A142-ACB3-171D8040069E}" srcOrd="0" destOrd="0" presId="urn:microsoft.com/office/officeart/2005/8/layout/process1"/>
    <dgm:cxn modelId="{FEB65BD4-24D1-A14D-8448-2E09587CF82A}" type="presParOf" srcId="{66AA6ECB-6F74-5C49-A871-A5A609BC37E0}" destId="{DE5A4F30-9061-4441-B3A3-966C5C607214}" srcOrd="2" destOrd="0" presId="urn:microsoft.com/office/officeart/2005/8/layout/process1"/>
    <dgm:cxn modelId="{06447A88-93D3-CB4F-AA45-D598EF4D6B9E}" type="presParOf" srcId="{66AA6ECB-6F74-5C49-A871-A5A609BC37E0}" destId="{8CD81E3B-E0BC-C049-A4A3-A191450E46EC}" srcOrd="3" destOrd="0" presId="urn:microsoft.com/office/officeart/2005/8/layout/process1"/>
    <dgm:cxn modelId="{E9518EA4-CE0D-A34A-A3E9-1B5760377206}" type="presParOf" srcId="{8CD81E3B-E0BC-C049-A4A3-A191450E46EC}" destId="{777A3707-BC36-BC4C-8FDC-8E339E3F88AF}" srcOrd="0" destOrd="0" presId="urn:microsoft.com/office/officeart/2005/8/layout/process1"/>
    <dgm:cxn modelId="{6DC6610E-1BDE-1E48-8DF7-2A91D207B0A4}" type="presParOf" srcId="{66AA6ECB-6F74-5C49-A871-A5A609BC37E0}" destId="{0FF671E0-70D6-1F4B-82A0-9B7BA3C2432D}" srcOrd="4" destOrd="0" presId="urn:microsoft.com/office/officeart/2005/8/layout/process1"/>
    <dgm:cxn modelId="{B0A27623-9240-8C42-8E45-1E7C970F5819}" type="presParOf" srcId="{66AA6ECB-6F74-5C49-A871-A5A609BC37E0}" destId="{1C33EDFB-8DF3-3741-A5C8-FC2A640B31D8}" srcOrd="5" destOrd="0" presId="urn:microsoft.com/office/officeart/2005/8/layout/process1"/>
    <dgm:cxn modelId="{5A283C2C-F48C-0A40-986F-B186069C941E}" type="presParOf" srcId="{1C33EDFB-8DF3-3741-A5C8-FC2A640B31D8}" destId="{86AEF8C7-D5C6-0744-97EE-A42C066C0B8B}" srcOrd="0" destOrd="0" presId="urn:microsoft.com/office/officeart/2005/8/layout/process1"/>
    <dgm:cxn modelId="{1BA0D342-F72E-8D4F-9E82-F513A7A23F64}" type="presParOf" srcId="{66AA6ECB-6F74-5C49-A871-A5A609BC37E0}" destId="{62D6561F-452B-9846-A9B0-3F7F5EA30DB5}"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619DB1-29D1-4546-82FF-E559F8BD4F7B}" type="doc">
      <dgm:prSet loTypeId="urn:microsoft.com/office/officeart/2005/8/layout/hierarchy3" loCatId="" qsTypeId="urn:microsoft.com/office/officeart/2005/8/quickstyle/simple1" qsCatId="simple" csTypeId="urn:microsoft.com/office/officeart/2005/8/colors/accent1_2" csCatId="accent1" phldr="1"/>
      <dgm:spPr/>
      <dgm:t>
        <a:bodyPr/>
        <a:lstStyle/>
        <a:p>
          <a:endParaRPr lang="en-US"/>
        </a:p>
      </dgm:t>
    </dgm:pt>
    <dgm:pt modelId="{56CFE0C1-5208-EC42-A619-CF875395050C}">
      <dgm:prSet phldrT="[Text]"/>
      <dgm:spPr/>
      <dgm:t>
        <a:bodyPr/>
        <a:lstStyle/>
        <a:p>
          <a:r>
            <a:rPr lang="en-US" dirty="0"/>
            <a:t>Groups</a:t>
          </a:r>
        </a:p>
      </dgm:t>
    </dgm:pt>
    <dgm:pt modelId="{DCBA9132-50B4-0D4A-8775-B19DB0EC4DC4}" type="parTrans" cxnId="{E90E9DA3-D7C0-2541-BE9A-15506FB90BC2}">
      <dgm:prSet/>
      <dgm:spPr/>
      <dgm:t>
        <a:bodyPr/>
        <a:lstStyle/>
        <a:p>
          <a:endParaRPr lang="en-US"/>
        </a:p>
      </dgm:t>
    </dgm:pt>
    <dgm:pt modelId="{D439F3DB-2307-4840-AA45-FE2EC76C3D4B}" type="sibTrans" cxnId="{E90E9DA3-D7C0-2541-BE9A-15506FB90BC2}">
      <dgm:prSet/>
      <dgm:spPr/>
      <dgm:t>
        <a:bodyPr/>
        <a:lstStyle/>
        <a:p>
          <a:endParaRPr lang="en-US"/>
        </a:p>
      </dgm:t>
    </dgm:pt>
    <dgm:pt modelId="{651EFD72-B79A-5D42-B847-5CB14C7B781C}">
      <dgm:prSet phldrT="[Text]"/>
      <dgm:spPr/>
      <dgm:t>
        <a:bodyPr/>
        <a:lstStyle/>
        <a:p>
          <a:r>
            <a:rPr lang="en-US" dirty="0"/>
            <a:t>Devices</a:t>
          </a:r>
        </a:p>
      </dgm:t>
    </dgm:pt>
    <dgm:pt modelId="{1557E023-280A-EB46-A5D0-0755B1FBC638}" type="parTrans" cxnId="{E1BF0F88-61A2-574C-AC18-E41311E2E8B9}">
      <dgm:prSet/>
      <dgm:spPr/>
      <dgm:t>
        <a:bodyPr/>
        <a:lstStyle/>
        <a:p>
          <a:endParaRPr lang="en-US"/>
        </a:p>
      </dgm:t>
    </dgm:pt>
    <dgm:pt modelId="{619F2075-3CE2-CA44-B9A2-F0AB60F28821}" type="sibTrans" cxnId="{E1BF0F88-61A2-574C-AC18-E41311E2E8B9}">
      <dgm:prSet/>
      <dgm:spPr/>
      <dgm:t>
        <a:bodyPr/>
        <a:lstStyle/>
        <a:p>
          <a:endParaRPr lang="en-US"/>
        </a:p>
      </dgm:t>
    </dgm:pt>
    <dgm:pt modelId="{2E1721A5-5CAC-9E41-9769-1DD9B668DF49}">
      <dgm:prSet phldrT="[Text]"/>
      <dgm:spPr/>
      <dgm:t>
        <a:bodyPr/>
        <a:lstStyle/>
        <a:p>
          <a:r>
            <a:rPr lang="en-US" dirty="0"/>
            <a:t>Users</a:t>
          </a:r>
        </a:p>
      </dgm:t>
    </dgm:pt>
    <dgm:pt modelId="{19DF43CB-F56D-4E4F-8A17-6675ADC99765}" type="parTrans" cxnId="{D158F639-D30D-8940-9105-C2D5A7160348}">
      <dgm:prSet/>
      <dgm:spPr/>
      <dgm:t>
        <a:bodyPr/>
        <a:lstStyle/>
        <a:p>
          <a:endParaRPr lang="en-US"/>
        </a:p>
      </dgm:t>
    </dgm:pt>
    <dgm:pt modelId="{AC0832A8-F23E-D946-9878-33CBC925C90A}" type="sibTrans" cxnId="{D158F639-D30D-8940-9105-C2D5A7160348}">
      <dgm:prSet/>
      <dgm:spPr/>
      <dgm:t>
        <a:bodyPr/>
        <a:lstStyle/>
        <a:p>
          <a:endParaRPr lang="en-US"/>
        </a:p>
      </dgm:t>
    </dgm:pt>
    <dgm:pt modelId="{76369B4C-E2DB-F647-A4E3-8A7E56CD9C97}">
      <dgm:prSet phldrT="[Text]"/>
      <dgm:spPr/>
      <dgm:t>
        <a:bodyPr/>
        <a:lstStyle/>
        <a:p>
          <a:r>
            <a:rPr lang="en-US" dirty="0"/>
            <a:t>Policy</a:t>
          </a:r>
        </a:p>
      </dgm:t>
    </dgm:pt>
    <dgm:pt modelId="{C3F3217F-5A2C-F644-845A-90E3A80F3244}" type="parTrans" cxnId="{5AD94CDC-A97B-474B-A1A6-C219CE38B3C3}">
      <dgm:prSet/>
      <dgm:spPr/>
      <dgm:t>
        <a:bodyPr/>
        <a:lstStyle/>
        <a:p>
          <a:endParaRPr lang="en-US"/>
        </a:p>
      </dgm:t>
    </dgm:pt>
    <dgm:pt modelId="{8473595C-9EC5-3E42-8893-DCF485372501}" type="sibTrans" cxnId="{5AD94CDC-A97B-474B-A1A6-C219CE38B3C3}">
      <dgm:prSet/>
      <dgm:spPr/>
      <dgm:t>
        <a:bodyPr/>
        <a:lstStyle/>
        <a:p>
          <a:endParaRPr lang="en-US"/>
        </a:p>
      </dgm:t>
    </dgm:pt>
    <dgm:pt modelId="{5EFB5F7E-F019-1C4C-A78C-164C64EB9FEF}">
      <dgm:prSet phldrT="[Text]"/>
      <dgm:spPr/>
      <dgm:t>
        <a:bodyPr/>
        <a:lstStyle/>
        <a:p>
          <a:r>
            <a:rPr lang="en-US" dirty="0"/>
            <a:t>Assignments</a:t>
          </a:r>
        </a:p>
      </dgm:t>
    </dgm:pt>
    <dgm:pt modelId="{EC0979C0-97D4-D141-B349-DEDB3B716F9B}" type="parTrans" cxnId="{EEAEA656-3AEB-7949-8CCE-F567EE1FA6A0}">
      <dgm:prSet/>
      <dgm:spPr/>
      <dgm:t>
        <a:bodyPr/>
        <a:lstStyle/>
        <a:p>
          <a:endParaRPr lang="en-US"/>
        </a:p>
      </dgm:t>
    </dgm:pt>
    <dgm:pt modelId="{2175E266-EADC-0941-80FE-32D42C004D75}" type="sibTrans" cxnId="{EEAEA656-3AEB-7949-8CCE-F567EE1FA6A0}">
      <dgm:prSet/>
      <dgm:spPr/>
      <dgm:t>
        <a:bodyPr/>
        <a:lstStyle/>
        <a:p>
          <a:endParaRPr lang="en-US"/>
        </a:p>
      </dgm:t>
    </dgm:pt>
    <dgm:pt modelId="{537B85C1-74BA-1740-B903-C115DA1A2FD7}">
      <dgm:prSet phldrT="[Text]"/>
      <dgm:spPr/>
      <dgm:t>
        <a:bodyPr/>
        <a:lstStyle/>
        <a:p>
          <a:r>
            <a:rPr lang="en-US" dirty="0"/>
            <a:t>Status</a:t>
          </a:r>
        </a:p>
      </dgm:t>
    </dgm:pt>
    <dgm:pt modelId="{522AACE3-0CCF-4F42-B2C0-9F562223488F}" type="parTrans" cxnId="{1E112915-5DFD-604C-932D-E2D6472403C2}">
      <dgm:prSet/>
      <dgm:spPr/>
      <dgm:t>
        <a:bodyPr/>
        <a:lstStyle/>
        <a:p>
          <a:endParaRPr lang="en-US"/>
        </a:p>
      </dgm:t>
    </dgm:pt>
    <dgm:pt modelId="{A18A519A-212F-EC45-8E3C-B4EF78A1E8B1}" type="sibTrans" cxnId="{1E112915-5DFD-604C-932D-E2D6472403C2}">
      <dgm:prSet/>
      <dgm:spPr/>
      <dgm:t>
        <a:bodyPr/>
        <a:lstStyle/>
        <a:p>
          <a:endParaRPr lang="en-US"/>
        </a:p>
      </dgm:t>
    </dgm:pt>
    <dgm:pt modelId="{E3327B20-2B04-ED42-9533-1ABC9E5CF5C1}">
      <dgm:prSet phldrT="[Text]"/>
      <dgm:spPr/>
      <dgm:t>
        <a:bodyPr/>
        <a:lstStyle/>
        <a:p>
          <a:r>
            <a:rPr lang="en-US" dirty="0"/>
            <a:t>Gates</a:t>
          </a:r>
        </a:p>
      </dgm:t>
    </dgm:pt>
    <dgm:pt modelId="{4EDCC615-1D23-BD4B-A673-D6150666EDE6}" type="parTrans" cxnId="{CE8DAF78-2CCC-B04A-A073-08BE0F3EB97B}">
      <dgm:prSet/>
      <dgm:spPr/>
      <dgm:t>
        <a:bodyPr/>
        <a:lstStyle/>
        <a:p>
          <a:endParaRPr lang="en-US"/>
        </a:p>
      </dgm:t>
    </dgm:pt>
    <dgm:pt modelId="{9D87DA88-7645-9140-BDFA-E0485F8753CF}" type="sibTrans" cxnId="{CE8DAF78-2CCC-B04A-A073-08BE0F3EB97B}">
      <dgm:prSet/>
      <dgm:spPr/>
      <dgm:t>
        <a:bodyPr/>
        <a:lstStyle/>
        <a:p>
          <a:endParaRPr lang="en-US"/>
        </a:p>
      </dgm:t>
    </dgm:pt>
    <dgm:pt modelId="{A54CB913-0306-7342-8730-E4A8237F361F}">
      <dgm:prSet phldrT="[Text]"/>
      <dgm:spPr/>
      <dgm:t>
        <a:bodyPr/>
        <a:lstStyle/>
        <a:p>
          <a:r>
            <a:rPr lang="en-US" dirty="0"/>
            <a:t>Success Criteria</a:t>
          </a:r>
        </a:p>
      </dgm:t>
    </dgm:pt>
    <dgm:pt modelId="{20CBC8EB-D0A5-2440-BEE4-4845465985EF}" type="parTrans" cxnId="{B124CF00-7EDD-AF42-84A0-F0389EE64B8B}">
      <dgm:prSet/>
      <dgm:spPr/>
      <dgm:t>
        <a:bodyPr/>
        <a:lstStyle/>
        <a:p>
          <a:endParaRPr lang="en-US"/>
        </a:p>
      </dgm:t>
    </dgm:pt>
    <dgm:pt modelId="{8449D720-E6B4-2740-BCD7-A46776B9996F}" type="sibTrans" cxnId="{B124CF00-7EDD-AF42-84A0-F0389EE64B8B}">
      <dgm:prSet/>
      <dgm:spPr/>
      <dgm:t>
        <a:bodyPr/>
        <a:lstStyle/>
        <a:p>
          <a:endParaRPr lang="en-US"/>
        </a:p>
      </dgm:t>
    </dgm:pt>
    <dgm:pt modelId="{B19A975E-D6C7-2149-8FC8-E2D2D829A147}" type="pres">
      <dgm:prSet presAssocID="{95619DB1-29D1-4546-82FF-E559F8BD4F7B}" presName="diagram" presStyleCnt="0">
        <dgm:presLayoutVars>
          <dgm:chPref val="1"/>
          <dgm:dir/>
          <dgm:animOne val="branch"/>
          <dgm:animLvl val="lvl"/>
          <dgm:resizeHandles/>
        </dgm:presLayoutVars>
      </dgm:prSet>
      <dgm:spPr/>
    </dgm:pt>
    <dgm:pt modelId="{3EED77CA-6A67-2147-9633-227955D2FC77}" type="pres">
      <dgm:prSet presAssocID="{56CFE0C1-5208-EC42-A619-CF875395050C}" presName="root" presStyleCnt="0"/>
      <dgm:spPr/>
    </dgm:pt>
    <dgm:pt modelId="{6810F500-5B90-1F47-A804-FEA8A65151DE}" type="pres">
      <dgm:prSet presAssocID="{56CFE0C1-5208-EC42-A619-CF875395050C}" presName="rootComposite" presStyleCnt="0"/>
      <dgm:spPr/>
    </dgm:pt>
    <dgm:pt modelId="{0A485758-D326-4047-9A1F-0D81CF35852C}" type="pres">
      <dgm:prSet presAssocID="{56CFE0C1-5208-EC42-A619-CF875395050C}" presName="rootText" presStyleLbl="node1" presStyleIdx="0" presStyleCnt="3"/>
      <dgm:spPr/>
    </dgm:pt>
    <dgm:pt modelId="{9662F120-19C9-344D-99C4-3EFDA0EF4097}" type="pres">
      <dgm:prSet presAssocID="{56CFE0C1-5208-EC42-A619-CF875395050C}" presName="rootConnector" presStyleLbl="node1" presStyleIdx="0" presStyleCnt="3"/>
      <dgm:spPr/>
    </dgm:pt>
    <dgm:pt modelId="{6BD33DC7-94EB-5D46-A22E-EC4AC42EC5A4}" type="pres">
      <dgm:prSet presAssocID="{56CFE0C1-5208-EC42-A619-CF875395050C}" presName="childShape" presStyleCnt="0"/>
      <dgm:spPr/>
    </dgm:pt>
    <dgm:pt modelId="{C1D2DB29-BF1C-1A40-8719-309B2943EDA3}" type="pres">
      <dgm:prSet presAssocID="{1557E023-280A-EB46-A5D0-0755B1FBC638}" presName="Name13" presStyleLbl="parChTrans1D2" presStyleIdx="0" presStyleCnt="5"/>
      <dgm:spPr/>
    </dgm:pt>
    <dgm:pt modelId="{E6F81DCC-386C-AA4A-8305-0663C3967DD6}" type="pres">
      <dgm:prSet presAssocID="{651EFD72-B79A-5D42-B847-5CB14C7B781C}" presName="childText" presStyleLbl="bgAcc1" presStyleIdx="0" presStyleCnt="5">
        <dgm:presLayoutVars>
          <dgm:bulletEnabled val="1"/>
        </dgm:presLayoutVars>
      </dgm:prSet>
      <dgm:spPr/>
    </dgm:pt>
    <dgm:pt modelId="{EE251C69-6D66-CD4D-87DD-9A235B91FCF3}" type="pres">
      <dgm:prSet presAssocID="{19DF43CB-F56D-4E4F-8A17-6675ADC99765}" presName="Name13" presStyleLbl="parChTrans1D2" presStyleIdx="1" presStyleCnt="5"/>
      <dgm:spPr/>
    </dgm:pt>
    <dgm:pt modelId="{45841041-A212-944B-B7A0-0A21B6F5AE5A}" type="pres">
      <dgm:prSet presAssocID="{2E1721A5-5CAC-9E41-9769-1DD9B668DF49}" presName="childText" presStyleLbl="bgAcc1" presStyleIdx="1" presStyleCnt="5">
        <dgm:presLayoutVars>
          <dgm:bulletEnabled val="1"/>
        </dgm:presLayoutVars>
      </dgm:prSet>
      <dgm:spPr/>
    </dgm:pt>
    <dgm:pt modelId="{317CDE76-B060-F34E-9024-DB82454750E9}" type="pres">
      <dgm:prSet presAssocID="{76369B4C-E2DB-F647-A4E3-8A7E56CD9C97}" presName="root" presStyleCnt="0"/>
      <dgm:spPr/>
    </dgm:pt>
    <dgm:pt modelId="{6AE4A70A-66B2-FF40-9B05-C95C0E64A861}" type="pres">
      <dgm:prSet presAssocID="{76369B4C-E2DB-F647-A4E3-8A7E56CD9C97}" presName="rootComposite" presStyleCnt="0"/>
      <dgm:spPr/>
    </dgm:pt>
    <dgm:pt modelId="{A0DAF800-51CF-1543-8D0A-8E0E9AC83120}" type="pres">
      <dgm:prSet presAssocID="{76369B4C-E2DB-F647-A4E3-8A7E56CD9C97}" presName="rootText" presStyleLbl="node1" presStyleIdx="1" presStyleCnt="3"/>
      <dgm:spPr/>
    </dgm:pt>
    <dgm:pt modelId="{F2EA18BF-C3BE-2749-8EF8-14DB313DA588}" type="pres">
      <dgm:prSet presAssocID="{76369B4C-E2DB-F647-A4E3-8A7E56CD9C97}" presName="rootConnector" presStyleLbl="node1" presStyleIdx="1" presStyleCnt="3"/>
      <dgm:spPr/>
    </dgm:pt>
    <dgm:pt modelId="{D8F60F9E-DB64-E644-8120-A8A8F04DDA80}" type="pres">
      <dgm:prSet presAssocID="{76369B4C-E2DB-F647-A4E3-8A7E56CD9C97}" presName="childShape" presStyleCnt="0"/>
      <dgm:spPr/>
    </dgm:pt>
    <dgm:pt modelId="{305BE107-8762-FD49-816F-24ED53E4D493}" type="pres">
      <dgm:prSet presAssocID="{EC0979C0-97D4-D141-B349-DEDB3B716F9B}" presName="Name13" presStyleLbl="parChTrans1D2" presStyleIdx="2" presStyleCnt="5"/>
      <dgm:spPr/>
    </dgm:pt>
    <dgm:pt modelId="{2CC58DC9-E648-3444-88E8-3FFD100B9F0A}" type="pres">
      <dgm:prSet presAssocID="{5EFB5F7E-F019-1C4C-A78C-164C64EB9FEF}" presName="childText" presStyleLbl="bgAcc1" presStyleIdx="2" presStyleCnt="5">
        <dgm:presLayoutVars>
          <dgm:bulletEnabled val="1"/>
        </dgm:presLayoutVars>
      </dgm:prSet>
      <dgm:spPr/>
    </dgm:pt>
    <dgm:pt modelId="{8C2C289F-B93F-3347-A701-4F2C544C0CE5}" type="pres">
      <dgm:prSet presAssocID="{522AACE3-0CCF-4F42-B2C0-9F562223488F}" presName="Name13" presStyleLbl="parChTrans1D2" presStyleIdx="3" presStyleCnt="5"/>
      <dgm:spPr/>
    </dgm:pt>
    <dgm:pt modelId="{8484CDC5-34C9-534E-9DC6-E19D6ADC51FC}" type="pres">
      <dgm:prSet presAssocID="{537B85C1-74BA-1740-B903-C115DA1A2FD7}" presName="childText" presStyleLbl="bgAcc1" presStyleIdx="3" presStyleCnt="5">
        <dgm:presLayoutVars>
          <dgm:bulletEnabled val="1"/>
        </dgm:presLayoutVars>
      </dgm:prSet>
      <dgm:spPr/>
    </dgm:pt>
    <dgm:pt modelId="{82BE67F0-413F-9248-BA2F-0FF69EC18F96}" type="pres">
      <dgm:prSet presAssocID="{E3327B20-2B04-ED42-9533-1ABC9E5CF5C1}" presName="root" presStyleCnt="0"/>
      <dgm:spPr/>
    </dgm:pt>
    <dgm:pt modelId="{9F54EC55-2273-A048-8F81-6A83AD3DF64F}" type="pres">
      <dgm:prSet presAssocID="{E3327B20-2B04-ED42-9533-1ABC9E5CF5C1}" presName="rootComposite" presStyleCnt="0"/>
      <dgm:spPr/>
    </dgm:pt>
    <dgm:pt modelId="{2B91CEA8-D232-CF47-9A0C-4A511ACCB51A}" type="pres">
      <dgm:prSet presAssocID="{E3327B20-2B04-ED42-9533-1ABC9E5CF5C1}" presName="rootText" presStyleLbl="node1" presStyleIdx="2" presStyleCnt="3"/>
      <dgm:spPr/>
    </dgm:pt>
    <dgm:pt modelId="{37FF47BD-9D4C-5A47-80D2-6E261BA79FEE}" type="pres">
      <dgm:prSet presAssocID="{E3327B20-2B04-ED42-9533-1ABC9E5CF5C1}" presName="rootConnector" presStyleLbl="node1" presStyleIdx="2" presStyleCnt="3"/>
      <dgm:spPr/>
    </dgm:pt>
    <dgm:pt modelId="{DE73E85D-8D4C-8D48-8070-C99E49831CC8}" type="pres">
      <dgm:prSet presAssocID="{E3327B20-2B04-ED42-9533-1ABC9E5CF5C1}" presName="childShape" presStyleCnt="0"/>
      <dgm:spPr/>
    </dgm:pt>
    <dgm:pt modelId="{513CB82D-8C85-7A49-BC10-6D913CA38C4F}" type="pres">
      <dgm:prSet presAssocID="{20CBC8EB-D0A5-2440-BEE4-4845465985EF}" presName="Name13" presStyleLbl="parChTrans1D2" presStyleIdx="4" presStyleCnt="5"/>
      <dgm:spPr/>
    </dgm:pt>
    <dgm:pt modelId="{46B32C1B-CBB5-9C44-9009-0AF4BB1FF549}" type="pres">
      <dgm:prSet presAssocID="{A54CB913-0306-7342-8730-E4A8237F361F}" presName="childText" presStyleLbl="bgAcc1" presStyleIdx="4" presStyleCnt="5">
        <dgm:presLayoutVars>
          <dgm:bulletEnabled val="1"/>
        </dgm:presLayoutVars>
      </dgm:prSet>
      <dgm:spPr/>
    </dgm:pt>
  </dgm:ptLst>
  <dgm:cxnLst>
    <dgm:cxn modelId="{B124CF00-7EDD-AF42-84A0-F0389EE64B8B}" srcId="{E3327B20-2B04-ED42-9533-1ABC9E5CF5C1}" destId="{A54CB913-0306-7342-8730-E4A8237F361F}" srcOrd="0" destOrd="0" parTransId="{20CBC8EB-D0A5-2440-BEE4-4845465985EF}" sibTransId="{8449D720-E6B4-2740-BCD7-A46776B9996F}"/>
    <dgm:cxn modelId="{B7403213-9B19-7741-AC6C-97BD989CC07E}" type="presOf" srcId="{EC0979C0-97D4-D141-B349-DEDB3B716F9B}" destId="{305BE107-8762-FD49-816F-24ED53E4D493}" srcOrd="0" destOrd="0" presId="urn:microsoft.com/office/officeart/2005/8/layout/hierarchy3"/>
    <dgm:cxn modelId="{1E112915-5DFD-604C-932D-E2D6472403C2}" srcId="{76369B4C-E2DB-F647-A4E3-8A7E56CD9C97}" destId="{537B85C1-74BA-1740-B903-C115DA1A2FD7}" srcOrd="1" destOrd="0" parTransId="{522AACE3-0CCF-4F42-B2C0-9F562223488F}" sibTransId="{A18A519A-212F-EC45-8E3C-B4EF78A1E8B1}"/>
    <dgm:cxn modelId="{830E3928-E51A-D64E-B761-6DF84E773EB4}" type="presOf" srcId="{56CFE0C1-5208-EC42-A619-CF875395050C}" destId="{9662F120-19C9-344D-99C4-3EFDA0EF4097}" srcOrd="1" destOrd="0" presId="urn:microsoft.com/office/officeart/2005/8/layout/hierarchy3"/>
    <dgm:cxn modelId="{E8F8C12D-ED39-5046-AE4E-654442CE7857}" type="presOf" srcId="{76369B4C-E2DB-F647-A4E3-8A7E56CD9C97}" destId="{F2EA18BF-C3BE-2749-8EF8-14DB313DA588}" srcOrd="1" destOrd="0" presId="urn:microsoft.com/office/officeart/2005/8/layout/hierarchy3"/>
    <dgm:cxn modelId="{D158F639-D30D-8940-9105-C2D5A7160348}" srcId="{56CFE0C1-5208-EC42-A619-CF875395050C}" destId="{2E1721A5-5CAC-9E41-9769-1DD9B668DF49}" srcOrd="1" destOrd="0" parTransId="{19DF43CB-F56D-4E4F-8A17-6675ADC99765}" sibTransId="{AC0832A8-F23E-D946-9878-33CBC925C90A}"/>
    <dgm:cxn modelId="{EEAEA656-3AEB-7949-8CCE-F567EE1FA6A0}" srcId="{76369B4C-E2DB-F647-A4E3-8A7E56CD9C97}" destId="{5EFB5F7E-F019-1C4C-A78C-164C64EB9FEF}" srcOrd="0" destOrd="0" parTransId="{EC0979C0-97D4-D141-B349-DEDB3B716F9B}" sibTransId="{2175E266-EADC-0941-80FE-32D42C004D75}"/>
    <dgm:cxn modelId="{62EA5E66-463E-FC45-A465-24C054A54379}" type="presOf" srcId="{76369B4C-E2DB-F647-A4E3-8A7E56CD9C97}" destId="{A0DAF800-51CF-1543-8D0A-8E0E9AC83120}" srcOrd="0" destOrd="0" presId="urn:microsoft.com/office/officeart/2005/8/layout/hierarchy3"/>
    <dgm:cxn modelId="{1C6E4E73-211A-7749-8B0D-E899E1B6744D}" type="presOf" srcId="{56CFE0C1-5208-EC42-A619-CF875395050C}" destId="{0A485758-D326-4047-9A1F-0D81CF35852C}" srcOrd="0" destOrd="0" presId="urn:microsoft.com/office/officeart/2005/8/layout/hierarchy3"/>
    <dgm:cxn modelId="{CE8DAF78-2CCC-B04A-A073-08BE0F3EB97B}" srcId="{95619DB1-29D1-4546-82FF-E559F8BD4F7B}" destId="{E3327B20-2B04-ED42-9533-1ABC9E5CF5C1}" srcOrd="2" destOrd="0" parTransId="{4EDCC615-1D23-BD4B-A673-D6150666EDE6}" sibTransId="{9D87DA88-7645-9140-BDFA-E0485F8753CF}"/>
    <dgm:cxn modelId="{E1BF0F88-61A2-574C-AC18-E41311E2E8B9}" srcId="{56CFE0C1-5208-EC42-A619-CF875395050C}" destId="{651EFD72-B79A-5D42-B847-5CB14C7B781C}" srcOrd="0" destOrd="0" parTransId="{1557E023-280A-EB46-A5D0-0755B1FBC638}" sibTransId="{619F2075-3CE2-CA44-B9A2-F0AB60F28821}"/>
    <dgm:cxn modelId="{1D4E1089-7CC9-9B43-A4E2-EAFA8E3A7777}" type="presOf" srcId="{E3327B20-2B04-ED42-9533-1ABC9E5CF5C1}" destId="{37FF47BD-9D4C-5A47-80D2-6E261BA79FEE}" srcOrd="1" destOrd="0" presId="urn:microsoft.com/office/officeart/2005/8/layout/hierarchy3"/>
    <dgm:cxn modelId="{8E3F9A8C-5FF4-0F4B-8D6E-85970F024972}" type="presOf" srcId="{651EFD72-B79A-5D42-B847-5CB14C7B781C}" destId="{E6F81DCC-386C-AA4A-8305-0663C3967DD6}" srcOrd="0" destOrd="0" presId="urn:microsoft.com/office/officeart/2005/8/layout/hierarchy3"/>
    <dgm:cxn modelId="{3701D490-2AB4-9A44-BD71-1CF0F33CD906}" type="presOf" srcId="{20CBC8EB-D0A5-2440-BEE4-4845465985EF}" destId="{513CB82D-8C85-7A49-BC10-6D913CA38C4F}" srcOrd="0" destOrd="0" presId="urn:microsoft.com/office/officeart/2005/8/layout/hierarchy3"/>
    <dgm:cxn modelId="{E90E9DA3-D7C0-2541-BE9A-15506FB90BC2}" srcId="{95619DB1-29D1-4546-82FF-E559F8BD4F7B}" destId="{56CFE0C1-5208-EC42-A619-CF875395050C}" srcOrd="0" destOrd="0" parTransId="{DCBA9132-50B4-0D4A-8775-B19DB0EC4DC4}" sibTransId="{D439F3DB-2307-4840-AA45-FE2EC76C3D4B}"/>
    <dgm:cxn modelId="{FA4251B7-EE2D-5B4D-B737-E39B9B3CF1EE}" type="presOf" srcId="{537B85C1-74BA-1740-B903-C115DA1A2FD7}" destId="{8484CDC5-34C9-534E-9DC6-E19D6ADC51FC}" srcOrd="0" destOrd="0" presId="urn:microsoft.com/office/officeart/2005/8/layout/hierarchy3"/>
    <dgm:cxn modelId="{D21777BE-4DB8-5543-8B27-992DD1B0D7A0}" type="presOf" srcId="{2E1721A5-5CAC-9E41-9769-1DD9B668DF49}" destId="{45841041-A212-944B-B7A0-0A21B6F5AE5A}" srcOrd="0" destOrd="0" presId="urn:microsoft.com/office/officeart/2005/8/layout/hierarchy3"/>
    <dgm:cxn modelId="{DE4373C0-D8EA-A54D-820F-A1AE2DE10479}" type="presOf" srcId="{19DF43CB-F56D-4E4F-8A17-6675ADC99765}" destId="{EE251C69-6D66-CD4D-87DD-9A235B91FCF3}" srcOrd="0" destOrd="0" presId="urn:microsoft.com/office/officeart/2005/8/layout/hierarchy3"/>
    <dgm:cxn modelId="{63AD7CC7-5896-7D47-9732-4F1D2FBCAC34}" type="presOf" srcId="{5EFB5F7E-F019-1C4C-A78C-164C64EB9FEF}" destId="{2CC58DC9-E648-3444-88E8-3FFD100B9F0A}" srcOrd="0" destOrd="0" presId="urn:microsoft.com/office/officeart/2005/8/layout/hierarchy3"/>
    <dgm:cxn modelId="{3960D0D7-56B1-ED43-BDFF-8A31E4A465A9}" type="presOf" srcId="{E3327B20-2B04-ED42-9533-1ABC9E5CF5C1}" destId="{2B91CEA8-D232-CF47-9A0C-4A511ACCB51A}" srcOrd="0" destOrd="0" presId="urn:microsoft.com/office/officeart/2005/8/layout/hierarchy3"/>
    <dgm:cxn modelId="{376787D9-524B-F042-B9EC-746F0064AE90}" type="presOf" srcId="{A54CB913-0306-7342-8730-E4A8237F361F}" destId="{46B32C1B-CBB5-9C44-9009-0AF4BB1FF549}" srcOrd="0" destOrd="0" presId="urn:microsoft.com/office/officeart/2005/8/layout/hierarchy3"/>
    <dgm:cxn modelId="{7A0920DA-BE07-774E-8ABC-B943074F1DD9}" type="presOf" srcId="{1557E023-280A-EB46-A5D0-0755B1FBC638}" destId="{C1D2DB29-BF1C-1A40-8719-309B2943EDA3}" srcOrd="0" destOrd="0" presId="urn:microsoft.com/office/officeart/2005/8/layout/hierarchy3"/>
    <dgm:cxn modelId="{5AD94CDC-A97B-474B-A1A6-C219CE38B3C3}" srcId="{95619DB1-29D1-4546-82FF-E559F8BD4F7B}" destId="{76369B4C-E2DB-F647-A4E3-8A7E56CD9C97}" srcOrd="1" destOrd="0" parTransId="{C3F3217F-5A2C-F644-845A-90E3A80F3244}" sibTransId="{8473595C-9EC5-3E42-8893-DCF485372501}"/>
    <dgm:cxn modelId="{08FF33E5-1FB5-4F40-8403-5D597118990C}" type="presOf" srcId="{522AACE3-0CCF-4F42-B2C0-9F562223488F}" destId="{8C2C289F-B93F-3347-A701-4F2C544C0CE5}" srcOrd="0" destOrd="0" presId="urn:microsoft.com/office/officeart/2005/8/layout/hierarchy3"/>
    <dgm:cxn modelId="{E07514F1-81A9-4844-941D-8601F9A27A39}" type="presOf" srcId="{95619DB1-29D1-4546-82FF-E559F8BD4F7B}" destId="{B19A975E-D6C7-2149-8FC8-E2D2D829A147}" srcOrd="0" destOrd="0" presId="urn:microsoft.com/office/officeart/2005/8/layout/hierarchy3"/>
    <dgm:cxn modelId="{5EB6621A-BE67-D048-8127-3D275161CB51}" type="presParOf" srcId="{B19A975E-D6C7-2149-8FC8-E2D2D829A147}" destId="{3EED77CA-6A67-2147-9633-227955D2FC77}" srcOrd="0" destOrd="0" presId="urn:microsoft.com/office/officeart/2005/8/layout/hierarchy3"/>
    <dgm:cxn modelId="{3524A54E-F6BD-364F-B7B0-0058BED98CDB}" type="presParOf" srcId="{3EED77CA-6A67-2147-9633-227955D2FC77}" destId="{6810F500-5B90-1F47-A804-FEA8A65151DE}" srcOrd="0" destOrd="0" presId="urn:microsoft.com/office/officeart/2005/8/layout/hierarchy3"/>
    <dgm:cxn modelId="{E40464F5-947F-894D-A649-5B194F196C02}" type="presParOf" srcId="{6810F500-5B90-1F47-A804-FEA8A65151DE}" destId="{0A485758-D326-4047-9A1F-0D81CF35852C}" srcOrd="0" destOrd="0" presId="urn:microsoft.com/office/officeart/2005/8/layout/hierarchy3"/>
    <dgm:cxn modelId="{D6D9A745-7EA4-8649-82C6-FB7955195F0A}" type="presParOf" srcId="{6810F500-5B90-1F47-A804-FEA8A65151DE}" destId="{9662F120-19C9-344D-99C4-3EFDA0EF4097}" srcOrd="1" destOrd="0" presId="urn:microsoft.com/office/officeart/2005/8/layout/hierarchy3"/>
    <dgm:cxn modelId="{FE54AA51-30F1-074D-97C9-2FA76172AE38}" type="presParOf" srcId="{3EED77CA-6A67-2147-9633-227955D2FC77}" destId="{6BD33DC7-94EB-5D46-A22E-EC4AC42EC5A4}" srcOrd="1" destOrd="0" presId="urn:microsoft.com/office/officeart/2005/8/layout/hierarchy3"/>
    <dgm:cxn modelId="{085B6E69-93CF-5947-8101-A346DCE2FB3A}" type="presParOf" srcId="{6BD33DC7-94EB-5D46-A22E-EC4AC42EC5A4}" destId="{C1D2DB29-BF1C-1A40-8719-309B2943EDA3}" srcOrd="0" destOrd="0" presId="urn:microsoft.com/office/officeart/2005/8/layout/hierarchy3"/>
    <dgm:cxn modelId="{0C46C630-5E01-C943-9AAF-5E492AB9C1C5}" type="presParOf" srcId="{6BD33DC7-94EB-5D46-A22E-EC4AC42EC5A4}" destId="{E6F81DCC-386C-AA4A-8305-0663C3967DD6}" srcOrd="1" destOrd="0" presId="urn:microsoft.com/office/officeart/2005/8/layout/hierarchy3"/>
    <dgm:cxn modelId="{520959AB-BDD7-724A-8812-E818D9154CAC}" type="presParOf" srcId="{6BD33DC7-94EB-5D46-A22E-EC4AC42EC5A4}" destId="{EE251C69-6D66-CD4D-87DD-9A235B91FCF3}" srcOrd="2" destOrd="0" presId="urn:microsoft.com/office/officeart/2005/8/layout/hierarchy3"/>
    <dgm:cxn modelId="{9E8E7A7D-1D2A-E04F-A40A-98F7348779EC}" type="presParOf" srcId="{6BD33DC7-94EB-5D46-A22E-EC4AC42EC5A4}" destId="{45841041-A212-944B-B7A0-0A21B6F5AE5A}" srcOrd="3" destOrd="0" presId="urn:microsoft.com/office/officeart/2005/8/layout/hierarchy3"/>
    <dgm:cxn modelId="{1E8B1D2C-E2B6-F84F-B698-350A268927BA}" type="presParOf" srcId="{B19A975E-D6C7-2149-8FC8-E2D2D829A147}" destId="{317CDE76-B060-F34E-9024-DB82454750E9}" srcOrd="1" destOrd="0" presId="urn:microsoft.com/office/officeart/2005/8/layout/hierarchy3"/>
    <dgm:cxn modelId="{F7D4A075-14B4-1541-AF31-92610DA108AB}" type="presParOf" srcId="{317CDE76-B060-F34E-9024-DB82454750E9}" destId="{6AE4A70A-66B2-FF40-9B05-C95C0E64A861}" srcOrd="0" destOrd="0" presId="urn:microsoft.com/office/officeart/2005/8/layout/hierarchy3"/>
    <dgm:cxn modelId="{6CC738E9-F355-864E-AB34-79FCC0E93B5A}" type="presParOf" srcId="{6AE4A70A-66B2-FF40-9B05-C95C0E64A861}" destId="{A0DAF800-51CF-1543-8D0A-8E0E9AC83120}" srcOrd="0" destOrd="0" presId="urn:microsoft.com/office/officeart/2005/8/layout/hierarchy3"/>
    <dgm:cxn modelId="{5952CE2C-DEC1-9D43-A941-C217588276CA}" type="presParOf" srcId="{6AE4A70A-66B2-FF40-9B05-C95C0E64A861}" destId="{F2EA18BF-C3BE-2749-8EF8-14DB313DA588}" srcOrd="1" destOrd="0" presId="urn:microsoft.com/office/officeart/2005/8/layout/hierarchy3"/>
    <dgm:cxn modelId="{2389BB91-B6C1-1A45-9158-B58B38103859}" type="presParOf" srcId="{317CDE76-B060-F34E-9024-DB82454750E9}" destId="{D8F60F9E-DB64-E644-8120-A8A8F04DDA80}" srcOrd="1" destOrd="0" presId="urn:microsoft.com/office/officeart/2005/8/layout/hierarchy3"/>
    <dgm:cxn modelId="{F8C3B0E7-7A31-854A-BF51-E5342534E286}" type="presParOf" srcId="{D8F60F9E-DB64-E644-8120-A8A8F04DDA80}" destId="{305BE107-8762-FD49-816F-24ED53E4D493}" srcOrd="0" destOrd="0" presId="urn:microsoft.com/office/officeart/2005/8/layout/hierarchy3"/>
    <dgm:cxn modelId="{626EFC26-DBA2-FC48-9B84-D280D0AFD6F2}" type="presParOf" srcId="{D8F60F9E-DB64-E644-8120-A8A8F04DDA80}" destId="{2CC58DC9-E648-3444-88E8-3FFD100B9F0A}" srcOrd="1" destOrd="0" presId="urn:microsoft.com/office/officeart/2005/8/layout/hierarchy3"/>
    <dgm:cxn modelId="{D1852799-4907-ED47-A1E6-CB0498C65747}" type="presParOf" srcId="{D8F60F9E-DB64-E644-8120-A8A8F04DDA80}" destId="{8C2C289F-B93F-3347-A701-4F2C544C0CE5}" srcOrd="2" destOrd="0" presId="urn:microsoft.com/office/officeart/2005/8/layout/hierarchy3"/>
    <dgm:cxn modelId="{6F75AAA1-EFFD-C847-B746-7E65BD1316BC}" type="presParOf" srcId="{D8F60F9E-DB64-E644-8120-A8A8F04DDA80}" destId="{8484CDC5-34C9-534E-9DC6-E19D6ADC51FC}" srcOrd="3" destOrd="0" presId="urn:microsoft.com/office/officeart/2005/8/layout/hierarchy3"/>
    <dgm:cxn modelId="{F3A82A72-0DFE-3E44-87DF-97A757B1662C}" type="presParOf" srcId="{B19A975E-D6C7-2149-8FC8-E2D2D829A147}" destId="{82BE67F0-413F-9248-BA2F-0FF69EC18F96}" srcOrd="2" destOrd="0" presId="urn:microsoft.com/office/officeart/2005/8/layout/hierarchy3"/>
    <dgm:cxn modelId="{A9ED2D5F-0C3E-6640-B6CB-573941CE90EF}" type="presParOf" srcId="{82BE67F0-413F-9248-BA2F-0FF69EC18F96}" destId="{9F54EC55-2273-A048-8F81-6A83AD3DF64F}" srcOrd="0" destOrd="0" presId="urn:microsoft.com/office/officeart/2005/8/layout/hierarchy3"/>
    <dgm:cxn modelId="{1A448248-6FF1-8E44-B43B-32754CB44BED}" type="presParOf" srcId="{9F54EC55-2273-A048-8F81-6A83AD3DF64F}" destId="{2B91CEA8-D232-CF47-9A0C-4A511ACCB51A}" srcOrd="0" destOrd="0" presId="urn:microsoft.com/office/officeart/2005/8/layout/hierarchy3"/>
    <dgm:cxn modelId="{B1A81E4E-84CD-9440-B663-DE710C38B9B1}" type="presParOf" srcId="{9F54EC55-2273-A048-8F81-6A83AD3DF64F}" destId="{37FF47BD-9D4C-5A47-80D2-6E261BA79FEE}" srcOrd="1" destOrd="0" presId="urn:microsoft.com/office/officeart/2005/8/layout/hierarchy3"/>
    <dgm:cxn modelId="{542C1DAE-C626-7E4B-8AD4-011541CA9030}" type="presParOf" srcId="{82BE67F0-413F-9248-BA2F-0FF69EC18F96}" destId="{DE73E85D-8D4C-8D48-8070-C99E49831CC8}" srcOrd="1" destOrd="0" presId="urn:microsoft.com/office/officeart/2005/8/layout/hierarchy3"/>
    <dgm:cxn modelId="{EA35C887-276C-484D-AD4F-98CC7D3E93DE}" type="presParOf" srcId="{DE73E85D-8D4C-8D48-8070-C99E49831CC8}" destId="{513CB82D-8C85-7A49-BC10-6D913CA38C4F}" srcOrd="0" destOrd="0" presId="urn:microsoft.com/office/officeart/2005/8/layout/hierarchy3"/>
    <dgm:cxn modelId="{25CA9D61-1195-CA4F-A30F-31B277463853}" type="presParOf" srcId="{DE73E85D-8D4C-8D48-8070-C99E49831CC8}" destId="{46B32C1B-CBB5-9C44-9009-0AF4BB1FF549}"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831E41-E0C1-CE47-BB21-FB4B29A0413F}">
      <dsp:nvSpPr>
        <dsp:cNvPr id="0" name=""/>
        <dsp:cNvSpPr/>
      </dsp:nvSpPr>
      <dsp:spPr>
        <a:xfrm>
          <a:off x="4621" y="1569532"/>
          <a:ext cx="2020453" cy="12122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Open Portal</a:t>
          </a:r>
        </a:p>
      </dsp:txBody>
      <dsp:txXfrm>
        <a:off x="40127" y="1605038"/>
        <a:ext cx="1949441" cy="1141260"/>
      </dsp:txXfrm>
    </dsp:sp>
    <dsp:sp modelId="{2E9A178F-A8E9-0547-8B3C-2F6E2FECBAF8}">
      <dsp:nvSpPr>
        <dsp:cNvPr id="0" name=""/>
        <dsp:cNvSpPr/>
      </dsp:nvSpPr>
      <dsp:spPr>
        <a:xfrm>
          <a:off x="2227119" y="1925132"/>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2227119" y="2025346"/>
        <a:ext cx="299835" cy="300644"/>
      </dsp:txXfrm>
    </dsp:sp>
    <dsp:sp modelId="{DE5A4F30-9061-4441-B3A3-966C5C607214}">
      <dsp:nvSpPr>
        <dsp:cNvPr id="0" name=""/>
        <dsp:cNvSpPr/>
      </dsp:nvSpPr>
      <dsp:spPr>
        <a:xfrm>
          <a:off x="2833255" y="1569532"/>
          <a:ext cx="2020453" cy="12122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Edit Live Policy</a:t>
          </a:r>
        </a:p>
      </dsp:txBody>
      <dsp:txXfrm>
        <a:off x="2868761" y="1605038"/>
        <a:ext cx="1949441" cy="1141260"/>
      </dsp:txXfrm>
    </dsp:sp>
    <dsp:sp modelId="{8CD81E3B-E0BC-C049-A4A3-A191450E46EC}">
      <dsp:nvSpPr>
        <dsp:cNvPr id="0" name=""/>
        <dsp:cNvSpPr/>
      </dsp:nvSpPr>
      <dsp:spPr>
        <a:xfrm>
          <a:off x="5055754" y="1925132"/>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5055754" y="2025346"/>
        <a:ext cx="299835" cy="300644"/>
      </dsp:txXfrm>
    </dsp:sp>
    <dsp:sp modelId="{0FF671E0-70D6-1F4B-82A0-9B7BA3C2432D}">
      <dsp:nvSpPr>
        <dsp:cNvPr id="0" name=""/>
        <dsp:cNvSpPr/>
      </dsp:nvSpPr>
      <dsp:spPr>
        <a:xfrm>
          <a:off x="5661890" y="1569532"/>
          <a:ext cx="2020453" cy="12122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Save and Pray</a:t>
          </a:r>
        </a:p>
      </dsp:txBody>
      <dsp:txXfrm>
        <a:off x="5697396" y="1605038"/>
        <a:ext cx="1949441" cy="1141260"/>
      </dsp:txXfrm>
    </dsp:sp>
    <dsp:sp modelId="{1C33EDFB-8DF3-3741-A5C8-FC2A640B31D8}">
      <dsp:nvSpPr>
        <dsp:cNvPr id="0" name=""/>
        <dsp:cNvSpPr/>
      </dsp:nvSpPr>
      <dsp:spPr>
        <a:xfrm>
          <a:off x="7884389" y="1925132"/>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7884389" y="2025346"/>
        <a:ext cx="299835" cy="300644"/>
      </dsp:txXfrm>
    </dsp:sp>
    <dsp:sp modelId="{62D6561F-452B-9846-A9B0-3F7F5EA30DB5}">
      <dsp:nvSpPr>
        <dsp:cNvPr id="0" name=""/>
        <dsp:cNvSpPr/>
      </dsp:nvSpPr>
      <dsp:spPr>
        <a:xfrm>
          <a:off x="8490525" y="1569532"/>
          <a:ext cx="2020453" cy="12122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Helpdesk Feedback Loop</a:t>
          </a:r>
        </a:p>
      </dsp:txBody>
      <dsp:txXfrm>
        <a:off x="8526031" y="1605038"/>
        <a:ext cx="1949441" cy="11412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485758-D326-4047-9A1F-0D81CF35852C}">
      <dsp:nvSpPr>
        <dsp:cNvPr id="0" name=""/>
        <dsp:cNvSpPr/>
      </dsp:nvSpPr>
      <dsp:spPr>
        <a:xfrm>
          <a:off x="947" y="216902"/>
          <a:ext cx="2216515" cy="1108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66040" rIns="99060" bIns="66040" numCol="1" spcCol="1270" anchor="ctr" anchorCtr="0">
          <a:noAutofit/>
        </a:bodyPr>
        <a:lstStyle/>
        <a:p>
          <a:pPr marL="0" lvl="0" indent="0" algn="ctr" defTabSz="2311400">
            <a:lnSpc>
              <a:spcPct val="90000"/>
            </a:lnSpc>
            <a:spcBef>
              <a:spcPct val="0"/>
            </a:spcBef>
            <a:spcAft>
              <a:spcPct val="35000"/>
            </a:spcAft>
            <a:buNone/>
          </a:pPr>
          <a:r>
            <a:rPr lang="en-US" sz="5200" kern="1200" dirty="0"/>
            <a:t>Groups</a:t>
          </a:r>
        </a:p>
      </dsp:txBody>
      <dsp:txXfrm>
        <a:off x="33407" y="249362"/>
        <a:ext cx="2151595" cy="1043337"/>
      </dsp:txXfrm>
    </dsp:sp>
    <dsp:sp modelId="{C1D2DB29-BF1C-1A40-8719-309B2943EDA3}">
      <dsp:nvSpPr>
        <dsp:cNvPr id="0" name=""/>
        <dsp:cNvSpPr/>
      </dsp:nvSpPr>
      <dsp:spPr>
        <a:xfrm>
          <a:off x="222598" y="1325160"/>
          <a:ext cx="221651" cy="831193"/>
        </a:xfrm>
        <a:custGeom>
          <a:avLst/>
          <a:gdLst/>
          <a:ahLst/>
          <a:cxnLst/>
          <a:rect l="0" t="0" r="0" b="0"/>
          <a:pathLst>
            <a:path>
              <a:moveTo>
                <a:pt x="0" y="0"/>
              </a:moveTo>
              <a:lnTo>
                <a:pt x="0" y="831193"/>
              </a:lnTo>
              <a:lnTo>
                <a:pt x="221651" y="8311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F81DCC-386C-AA4A-8305-0663C3967DD6}">
      <dsp:nvSpPr>
        <dsp:cNvPr id="0" name=""/>
        <dsp:cNvSpPr/>
      </dsp:nvSpPr>
      <dsp:spPr>
        <a:xfrm>
          <a:off x="444250" y="1602225"/>
          <a:ext cx="1773212" cy="1108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Devices</a:t>
          </a:r>
        </a:p>
      </dsp:txBody>
      <dsp:txXfrm>
        <a:off x="476710" y="1634685"/>
        <a:ext cx="1708292" cy="1043337"/>
      </dsp:txXfrm>
    </dsp:sp>
    <dsp:sp modelId="{EE251C69-6D66-CD4D-87DD-9A235B91FCF3}">
      <dsp:nvSpPr>
        <dsp:cNvPr id="0" name=""/>
        <dsp:cNvSpPr/>
      </dsp:nvSpPr>
      <dsp:spPr>
        <a:xfrm>
          <a:off x="222598" y="1325160"/>
          <a:ext cx="221651" cy="2216515"/>
        </a:xfrm>
        <a:custGeom>
          <a:avLst/>
          <a:gdLst/>
          <a:ahLst/>
          <a:cxnLst/>
          <a:rect l="0" t="0" r="0" b="0"/>
          <a:pathLst>
            <a:path>
              <a:moveTo>
                <a:pt x="0" y="0"/>
              </a:moveTo>
              <a:lnTo>
                <a:pt x="0" y="2216515"/>
              </a:lnTo>
              <a:lnTo>
                <a:pt x="221651" y="221651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5841041-A212-944B-B7A0-0A21B6F5AE5A}">
      <dsp:nvSpPr>
        <dsp:cNvPr id="0" name=""/>
        <dsp:cNvSpPr/>
      </dsp:nvSpPr>
      <dsp:spPr>
        <a:xfrm>
          <a:off x="444250" y="2987547"/>
          <a:ext cx="1773212" cy="1108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Users</a:t>
          </a:r>
        </a:p>
      </dsp:txBody>
      <dsp:txXfrm>
        <a:off x="476710" y="3020007"/>
        <a:ext cx="1708292" cy="1043337"/>
      </dsp:txXfrm>
    </dsp:sp>
    <dsp:sp modelId="{A0DAF800-51CF-1543-8D0A-8E0E9AC83120}">
      <dsp:nvSpPr>
        <dsp:cNvPr id="0" name=""/>
        <dsp:cNvSpPr/>
      </dsp:nvSpPr>
      <dsp:spPr>
        <a:xfrm>
          <a:off x="2771592" y="216902"/>
          <a:ext cx="2216515" cy="1108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66040" rIns="99060" bIns="66040" numCol="1" spcCol="1270" anchor="ctr" anchorCtr="0">
          <a:noAutofit/>
        </a:bodyPr>
        <a:lstStyle/>
        <a:p>
          <a:pPr marL="0" lvl="0" indent="0" algn="ctr" defTabSz="2311400">
            <a:lnSpc>
              <a:spcPct val="90000"/>
            </a:lnSpc>
            <a:spcBef>
              <a:spcPct val="0"/>
            </a:spcBef>
            <a:spcAft>
              <a:spcPct val="35000"/>
            </a:spcAft>
            <a:buNone/>
          </a:pPr>
          <a:r>
            <a:rPr lang="en-US" sz="5200" kern="1200" dirty="0"/>
            <a:t>Policy</a:t>
          </a:r>
        </a:p>
      </dsp:txBody>
      <dsp:txXfrm>
        <a:off x="2804052" y="249362"/>
        <a:ext cx="2151595" cy="1043337"/>
      </dsp:txXfrm>
    </dsp:sp>
    <dsp:sp modelId="{305BE107-8762-FD49-816F-24ED53E4D493}">
      <dsp:nvSpPr>
        <dsp:cNvPr id="0" name=""/>
        <dsp:cNvSpPr/>
      </dsp:nvSpPr>
      <dsp:spPr>
        <a:xfrm>
          <a:off x="2993243" y="1325160"/>
          <a:ext cx="221651" cy="831193"/>
        </a:xfrm>
        <a:custGeom>
          <a:avLst/>
          <a:gdLst/>
          <a:ahLst/>
          <a:cxnLst/>
          <a:rect l="0" t="0" r="0" b="0"/>
          <a:pathLst>
            <a:path>
              <a:moveTo>
                <a:pt x="0" y="0"/>
              </a:moveTo>
              <a:lnTo>
                <a:pt x="0" y="831193"/>
              </a:lnTo>
              <a:lnTo>
                <a:pt x="221651" y="8311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C58DC9-E648-3444-88E8-3FFD100B9F0A}">
      <dsp:nvSpPr>
        <dsp:cNvPr id="0" name=""/>
        <dsp:cNvSpPr/>
      </dsp:nvSpPr>
      <dsp:spPr>
        <a:xfrm>
          <a:off x="3214895" y="1602225"/>
          <a:ext cx="1773212" cy="1108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Assignments</a:t>
          </a:r>
        </a:p>
      </dsp:txBody>
      <dsp:txXfrm>
        <a:off x="3247355" y="1634685"/>
        <a:ext cx="1708292" cy="1043337"/>
      </dsp:txXfrm>
    </dsp:sp>
    <dsp:sp modelId="{8C2C289F-B93F-3347-A701-4F2C544C0CE5}">
      <dsp:nvSpPr>
        <dsp:cNvPr id="0" name=""/>
        <dsp:cNvSpPr/>
      </dsp:nvSpPr>
      <dsp:spPr>
        <a:xfrm>
          <a:off x="2993243" y="1325160"/>
          <a:ext cx="221651" cy="2216515"/>
        </a:xfrm>
        <a:custGeom>
          <a:avLst/>
          <a:gdLst/>
          <a:ahLst/>
          <a:cxnLst/>
          <a:rect l="0" t="0" r="0" b="0"/>
          <a:pathLst>
            <a:path>
              <a:moveTo>
                <a:pt x="0" y="0"/>
              </a:moveTo>
              <a:lnTo>
                <a:pt x="0" y="2216515"/>
              </a:lnTo>
              <a:lnTo>
                <a:pt x="221651" y="221651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84CDC5-34C9-534E-9DC6-E19D6ADC51FC}">
      <dsp:nvSpPr>
        <dsp:cNvPr id="0" name=""/>
        <dsp:cNvSpPr/>
      </dsp:nvSpPr>
      <dsp:spPr>
        <a:xfrm>
          <a:off x="3214895" y="2987547"/>
          <a:ext cx="1773212" cy="1108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Status</a:t>
          </a:r>
        </a:p>
      </dsp:txBody>
      <dsp:txXfrm>
        <a:off x="3247355" y="3020007"/>
        <a:ext cx="1708292" cy="1043337"/>
      </dsp:txXfrm>
    </dsp:sp>
    <dsp:sp modelId="{2B91CEA8-D232-CF47-9A0C-4A511ACCB51A}">
      <dsp:nvSpPr>
        <dsp:cNvPr id="0" name=""/>
        <dsp:cNvSpPr/>
      </dsp:nvSpPr>
      <dsp:spPr>
        <a:xfrm>
          <a:off x="5542236" y="216902"/>
          <a:ext cx="2216515" cy="11082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66040" rIns="99060" bIns="66040" numCol="1" spcCol="1270" anchor="ctr" anchorCtr="0">
          <a:noAutofit/>
        </a:bodyPr>
        <a:lstStyle/>
        <a:p>
          <a:pPr marL="0" lvl="0" indent="0" algn="ctr" defTabSz="2311400">
            <a:lnSpc>
              <a:spcPct val="90000"/>
            </a:lnSpc>
            <a:spcBef>
              <a:spcPct val="0"/>
            </a:spcBef>
            <a:spcAft>
              <a:spcPct val="35000"/>
            </a:spcAft>
            <a:buNone/>
          </a:pPr>
          <a:r>
            <a:rPr lang="en-US" sz="5200" kern="1200" dirty="0"/>
            <a:t>Gates</a:t>
          </a:r>
        </a:p>
      </dsp:txBody>
      <dsp:txXfrm>
        <a:off x="5574696" y="249362"/>
        <a:ext cx="2151595" cy="1043337"/>
      </dsp:txXfrm>
    </dsp:sp>
    <dsp:sp modelId="{513CB82D-8C85-7A49-BC10-6D913CA38C4F}">
      <dsp:nvSpPr>
        <dsp:cNvPr id="0" name=""/>
        <dsp:cNvSpPr/>
      </dsp:nvSpPr>
      <dsp:spPr>
        <a:xfrm>
          <a:off x="5763888" y="1325160"/>
          <a:ext cx="221651" cy="831193"/>
        </a:xfrm>
        <a:custGeom>
          <a:avLst/>
          <a:gdLst/>
          <a:ahLst/>
          <a:cxnLst/>
          <a:rect l="0" t="0" r="0" b="0"/>
          <a:pathLst>
            <a:path>
              <a:moveTo>
                <a:pt x="0" y="0"/>
              </a:moveTo>
              <a:lnTo>
                <a:pt x="0" y="831193"/>
              </a:lnTo>
              <a:lnTo>
                <a:pt x="221651" y="8311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B32C1B-CBB5-9C44-9009-0AF4BB1FF549}">
      <dsp:nvSpPr>
        <dsp:cNvPr id="0" name=""/>
        <dsp:cNvSpPr/>
      </dsp:nvSpPr>
      <dsp:spPr>
        <a:xfrm>
          <a:off x="5985540" y="1602225"/>
          <a:ext cx="1773212" cy="11082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Success Criteria</a:t>
          </a:r>
        </a:p>
      </dsp:txBody>
      <dsp:txXfrm>
        <a:off x="6018000" y="1634685"/>
        <a:ext cx="1708292" cy="104333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BDC4E67-8CB2-26CB-9842-22F9A691D9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CE31EB5F-53B0-CDA3-72A4-3FA9BE40D0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440670-43D7-400A-ABC5-B69E064DBB37}" type="datetimeFigureOut">
              <a:rPr lang="en-GB" smtClean="0"/>
              <a:t>02/06/2026</a:t>
            </a:fld>
            <a:endParaRPr lang="en-GB"/>
          </a:p>
        </p:txBody>
      </p:sp>
      <p:sp>
        <p:nvSpPr>
          <p:cNvPr id="4" name="Espace réservé du pied de page 3">
            <a:extLst>
              <a:ext uri="{FF2B5EF4-FFF2-40B4-BE49-F238E27FC236}">
                <a16:creationId xmlns:a16="http://schemas.microsoft.com/office/drawing/2014/main" id="{00EB1E06-E4F0-A1A2-1EFB-AD58FA1AF7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47061963-6110-4C16-C593-C8C56E4881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274045-2E90-4839-9E75-1C1FCF04B584}" type="slidenum">
              <a:rPr lang="en-GB" smtClean="0"/>
              <a:t>‹#›</a:t>
            </a:fld>
            <a:endParaRPr lang="en-GB"/>
          </a:p>
        </p:txBody>
      </p:sp>
    </p:spTree>
    <p:extLst>
      <p:ext uri="{BB962C8B-B14F-4D97-AF65-F5344CB8AC3E}">
        <p14:creationId xmlns:p14="http://schemas.microsoft.com/office/powerpoint/2010/main" val="21401830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1B03A4-75C9-4E3D-9183-2102CA9AEC33}" type="datetimeFigureOut">
              <a:rPr lang="en-GB" smtClean="0"/>
              <a:t>02/06/2026</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9206-A81D-4F76-8486-302187992F73}" type="slidenum">
              <a:rPr lang="en-GB" smtClean="0"/>
              <a:t>‹#›</a:t>
            </a:fld>
            <a:endParaRPr lang="en-GB"/>
          </a:p>
        </p:txBody>
      </p:sp>
    </p:spTree>
    <p:extLst>
      <p:ext uri="{BB962C8B-B14F-4D97-AF65-F5344CB8AC3E}">
        <p14:creationId xmlns:p14="http://schemas.microsoft.com/office/powerpoint/2010/main" val="323080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High-bandwidth_Digital_Content_Protection"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vimeo.com/thorstenbutz/byourself" TargetMode="External"/><Relationship Id="rId4" Type="http://schemas.openxmlformats.org/officeDocument/2006/relationships/image" Target="../media/image9.png"/></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a:xfrm>
            <a:off x="685800" y="4400549"/>
            <a:ext cx="2743200" cy="4467225"/>
          </a:xfrm>
        </p:spPr>
        <p:txBody>
          <a:bodyPr/>
          <a:lstStyle/>
          <a:p>
            <a:pPr>
              <a:lnSpc>
                <a:spcPct val="110000"/>
              </a:lnSpc>
            </a:pPr>
            <a:r>
              <a:rPr lang="en-US" sz="900" b="1">
                <a:latin typeface="Aptos" panose="020B0004020202020204" pitchFamily="34" charset="0"/>
              </a:rPr>
              <a:t>The fine print (additional information)</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Why should you care about HDCP? </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a:t>
            </a:r>
            <a:r>
              <a:rPr lang="en-US" sz="900" i="1">
                <a:latin typeface="Aptos" panose="020B0004020202020204" pitchFamily="34" charset="0"/>
              </a:rPr>
              <a:t>High-bandwidth Digital Content Protection (HDCP) is a form of digital copy protection developed by Intel Corporation to prevent copying of digital audio and video content as it travels across connections. Types of connections include DisplayPort (DP), Digital Visual Interface (DVI), and High-Definition Multimedia Interface (HDMI), as well as less popular or now deprecated protocols like Gigabit Video Interface (GVIF) and Unified Display Interface (UDI).</a:t>
            </a:r>
            <a:r>
              <a:rPr lang="en-US" sz="900">
                <a:latin typeface="Aptos" panose="020B0004020202020204" pitchFamily="34" charset="0"/>
              </a:rPr>
              <a:t>"</a:t>
            </a:r>
          </a:p>
          <a:p>
            <a:pPr>
              <a:lnSpc>
                <a:spcPct val="110000"/>
              </a:lnSpc>
            </a:pPr>
            <a:r>
              <a:rPr lang="de-DE" sz="900">
                <a:latin typeface="Aptos" panose="020B0004020202020204" pitchFamily="34" charset="0"/>
                <a:hlinkClick r:id="rId3"/>
              </a:rPr>
              <a:t>https://en.wikipedia.org/wiki/High-bandwidth_Digital_Content_Protection</a:t>
            </a:r>
            <a:endParaRPr lang="de-DE"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Some notebooks ignore the HDCP standard, some vendors comply with the standard. Apple and Microsoft are somehow famous for strictly following the HDCP guidelines. Sadly, we will not be able to guarantee, that your session can be recorded in the latter case.</a:t>
            </a: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But you can do simple things, to  overcome these problems. </a:t>
            </a:r>
            <a:r>
              <a:rPr lang="en-US" sz="900">
                <a:latin typeface="Aptos" panose="020B0004020202020204" pitchFamily="34" charset="0"/>
              </a:rPr>
              <a:t>It is also very likely that you presented with your notebook before. So you will know, if this worked fine.If you are in doubt and if the agenda allows, try a dry-run a day before and connect everything.</a:t>
            </a: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p:txBody>
      </p:sp>
      <p:sp>
        <p:nvSpPr>
          <p:cNvPr id="4" name="Foliennummernplatzhalter 3"/>
          <p:cNvSpPr>
            <a:spLocks noGrp="1"/>
          </p:cNvSpPr>
          <p:nvPr>
            <p:ph type="sldNum" sz="quarter" idx="5"/>
          </p:nvPr>
        </p:nvSpPr>
        <p:spPr/>
        <p:txBody>
          <a:bodyPr/>
          <a:lstStyle/>
          <a:p>
            <a:fld id="{A7839206-A81D-4F76-8486-302187992F73}" type="slidenum">
              <a:rPr lang="en-GB" smtClean="0"/>
              <a:t>1</a:t>
            </a:fld>
            <a:endParaRPr lang="en-GB"/>
          </a:p>
        </p:txBody>
      </p:sp>
      <p:pic>
        <p:nvPicPr>
          <p:cNvPr id="5" name="Grafik 4" descr="https://www.amazon.de/gp/product/B09F2N17H5/ref=ppx_yo_dt_b_asin_title_o09_s00">
            <a:extLst>
              <a:ext uri="{FF2B5EF4-FFF2-40B4-BE49-F238E27FC236}">
                <a16:creationId xmlns:a16="http://schemas.microsoft.com/office/drawing/2014/main" id="{E466A8E6-289E-2C4E-027A-1D532F5BF0BF}"/>
              </a:ext>
            </a:extLst>
          </p:cNvPr>
          <p:cNvPicPr>
            <a:picLocks noChangeAspect="1"/>
          </p:cNvPicPr>
          <p:nvPr/>
        </p:nvPicPr>
        <p:blipFill>
          <a:blip r:embed="rId4"/>
          <a:stretch>
            <a:fillRect/>
          </a:stretch>
        </p:blipFill>
        <p:spPr>
          <a:xfrm>
            <a:off x="3699256" y="5256530"/>
            <a:ext cx="2202687" cy="1967734"/>
          </a:xfrm>
          <a:prstGeom prst="rect">
            <a:avLst/>
          </a:prstGeom>
        </p:spPr>
      </p:pic>
      <p:sp>
        <p:nvSpPr>
          <p:cNvPr id="6" name="Notizenplatzhalter 2">
            <a:extLst>
              <a:ext uri="{FF2B5EF4-FFF2-40B4-BE49-F238E27FC236}">
                <a16:creationId xmlns:a16="http://schemas.microsoft.com/office/drawing/2014/main" id="{6C2E4E82-CC92-21BA-6CC9-5E1EC16B971C}"/>
              </a:ext>
            </a:extLst>
          </p:cNvPr>
          <p:cNvSpPr txBox="1">
            <a:spLocks/>
          </p:cNvSpPr>
          <p:nvPr/>
        </p:nvSpPr>
        <p:spPr>
          <a:xfrm>
            <a:off x="3429000" y="4400548"/>
            <a:ext cx="2743200" cy="4467225"/>
          </a:xfrm>
          <a:prstGeom prst="rect">
            <a:avLst/>
          </a:prstGeom>
        </p:spPr>
        <p:txBody>
          <a:bodyPr vert="horz" lIns="91440" tIns="45720" rIns="91440" bIns="45720" rtlCol="0"/>
          <a:lst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a:lnSpc>
                <a:spcPct val="110000"/>
              </a:lnSpc>
            </a:pPr>
            <a:r>
              <a:rPr lang="en-US" sz="900">
                <a:latin typeface="Aptos" panose="020B0004020202020204" pitchFamily="34" charset="0"/>
              </a:rPr>
              <a:t>In general you can easily bypass HDCP restrictions with a cheap splitter (the cheaper the better), just like the one you see below. This is an example device that we bought for 16 euros (in Germany). </a:t>
            </a:r>
          </a:p>
          <a:p>
            <a:pPr>
              <a:lnSpc>
                <a:spcPct val="110000"/>
              </a:lnSpc>
            </a:pPr>
            <a:r>
              <a:rPr lang="en-US" sz="900">
                <a:latin typeface="Aptos" panose="020B0004020202020204" pitchFamily="34" charset="0"/>
              </a:rPr>
              <a:t>Ask us, we will lend you such a device.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Thorsten also gave a whole presentation about "Broadcasting yourself" -  easy steps to record yourself and create a (backup) session recording on your own. If you want to invest your time and dive deeper, take a look at his recordings and notes:</a:t>
            </a:r>
            <a:endParaRPr lang="de-DE" sz="900">
              <a:latin typeface="Aptos" panose="020B0004020202020204" pitchFamily="34" charset="0"/>
            </a:endParaRPr>
          </a:p>
          <a:p>
            <a:pPr>
              <a:lnSpc>
                <a:spcPct val="110000"/>
              </a:lnSpc>
              <a:spcAft>
                <a:spcPts val="1000"/>
              </a:spcAft>
            </a:pPr>
            <a:r>
              <a:rPr lang="de-DE" sz="900">
                <a:latin typeface="Aptos" panose="020B0004020202020204" pitchFamily="34" charset="0"/>
                <a:hlinkClick r:id="rId5"/>
              </a:rPr>
              <a:t>https://vimeo.com/thorstenbutz/byourself</a:t>
            </a:r>
            <a:endParaRPr lang="de-DE" sz="900">
              <a:latin typeface="Aptos" panose="020B0004020202020204" pitchFamily="34" charset="0"/>
            </a:endParaRPr>
          </a:p>
          <a:p>
            <a:pPr>
              <a:lnSpc>
                <a:spcPct val="110000"/>
              </a:lnSpc>
            </a:pPr>
            <a:r>
              <a:rPr lang="en-US" sz="900">
                <a:latin typeface="Aptos" panose="020B0004020202020204" pitchFamily="34" charset="0"/>
              </a:rPr>
              <a:t>This is of course completely voluntary, but perhaps you will find it helpful.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endParaRPr lang="en-DE" sz="900">
              <a:latin typeface="Aptos" panose="020B0004020202020204" pitchFamily="34" charset="0"/>
            </a:endParaRPr>
          </a:p>
        </p:txBody>
      </p:sp>
    </p:spTree>
    <p:extLst>
      <p:ext uri="{BB962C8B-B14F-4D97-AF65-F5344CB8AC3E}">
        <p14:creationId xmlns:p14="http://schemas.microsoft.com/office/powerpoint/2010/main" val="41402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2</a:t>
            </a:fld>
            <a:endParaRPr lang="en-GB"/>
          </a:p>
        </p:txBody>
      </p:sp>
    </p:spTree>
    <p:extLst>
      <p:ext uri="{BB962C8B-B14F-4D97-AF65-F5344CB8AC3E}">
        <p14:creationId xmlns:p14="http://schemas.microsoft.com/office/powerpoint/2010/main" val="30202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3</a:t>
            </a:fld>
            <a:endParaRPr lang="en-GB"/>
          </a:p>
        </p:txBody>
      </p:sp>
    </p:spTree>
    <p:extLst>
      <p:ext uri="{BB962C8B-B14F-4D97-AF65-F5344CB8AC3E}">
        <p14:creationId xmlns:p14="http://schemas.microsoft.com/office/powerpoint/2010/main" val="4198534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4</a:t>
            </a:fld>
            <a:endParaRPr lang="en-GB"/>
          </a:p>
        </p:txBody>
      </p:sp>
    </p:spTree>
    <p:extLst>
      <p:ext uri="{BB962C8B-B14F-4D97-AF65-F5344CB8AC3E}">
        <p14:creationId xmlns:p14="http://schemas.microsoft.com/office/powerpoint/2010/main" val="18827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5</a:t>
            </a:fld>
            <a:endParaRPr lang="en-GB"/>
          </a:p>
        </p:txBody>
      </p:sp>
    </p:spTree>
    <p:extLst>
      <p:ext uri="{BB962C8B-B14F-4D97-AF65-F5344CB8AC3E}">
        <p14:creationId xmlns:p14="http://schemas.microsoft.com/office/powerpoint/2010/main" val="2166726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839206-A81D-4F76-8486-302187992F73}" type="slidenum">
              <a:rPr lang="en-GB" smtClean="0"/>
              <a:t>7</a:t>
            </a:fld>
            <a:endParaRPr lang="en-GB"/>
          </a:p>
        </p:txBody>
      </p:sp>
    </p:spTree>
    <p:extLst>
      <p:ext uri="{BB962C8B-B14F-4D97-AF65-F5344CB8AC3E}">
        <p14:creationId xmlns:p14="http://schemas.microsoft.com/office/powerpoint/2010/main" val="696150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Why Intune </a:t>
            </a:r>
            <a:r>
              <a:rPr lang="en-US" dirty="0" err="1"/>
              <a:t>chanes</a:t>
            </a:r>
            <a:endParaRPr lang="en-US" dirty="0"/>
          </a:p>
        </p:txBody>
      </p:sp>
      <p:sp>
        <p:nvSpPr>
          <p:cNvPr id="4" name="Slide Number Placeholder 3"/>
          <p:cNvSpPr>
            <a:spLocks noGrp="1"/>
          </p:cNvSpPr>
          <p:nvPr>
            <p:ph type="sldNum" sz="quarter" idx="5"/>
          </p:nvPr>
        </p:nvSpPr>
        <p:spPr/>
        <p:txBody>
          <a:bodyPr/>
          <a:lstStyle/>
          <a:p>
            <a:fld id="{A7839206-A81D-4F76-8486-302187992F73}" type="slidenum">
              <a:rPr lang="en-GB" smtClean="0"/>
              <a:t>9</a:t>
            </a:fld>
            <a:endParaRPr lang="en-GB"/>
          </a:p>
        </p:txBody>
      </p:sp>
    </p:spTree>
    <p:extLst>
      <p:ext uri="{BB962C8B-B14F-4D97-AF65-F5344CB8AC3E}">
        <p14:creationId xmlns:p14="http://schemas.microsoft.com/office/powerpoint/2010/main" val="1515677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en-US"/>
          </a:p>
        </p:txBody>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18</a:t>
            </a:fld>
            <a:endParaRPr lang="en-GB"/>
          </a:p>
        </p:txBody>
      </p:sp>
    </p:spTree>
    <p:extLst>
      <p:ext uri="{BB962C8B-B14F-4D97-AF65-F5344CB8AC3E}">
        <p14:creationId xmlns:p14="http://schemas.microsoft.com/office/powerpoint/2010/main" val="1686308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34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blac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4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ly blue">
    <p:bg>
      <p:bgPr>
        <a:solidFill>
          <a:srgbClr val="34629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615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l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66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659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4C786-AD10-7D88-1933-9D7659D256DF}"/>
              </a:ext>
            </a:extLst>
          </p:cNvPr>
          <p:cNvSpPr>
            <a:spLocks noGrp="1"/>
          </p:cNvSpPr>
          <p:nvPr>
            <p:ph idx="1"/>
          </p:nvPr>
        </p:nvSpPr>
        <p:spPr>
          <a:xfrm>
            <a:off x="3467314" y="1852863"/>
            <a:ext cx="7886486" cy="4324100"/>
          </a:xfrm>
          <a:prstGeom prst="rect">
            <a:avLst/>
          </a:prstGeom>
        </p:spPr>
        <p:txBody>
          <a:bodyPr vert="horz" lIns="91440" tIns="45720" rIns="91440" bIns="45720" rtlCol="0">
            <a:normAutofit/>
          </a:bodyPr>
          <a:lstStyle/>
          <a:p>
            <a:pPr lvl="0"/>
            <a:r>
              <a:rPr lang="en-US"/>
              <a:t>Your bio</a:t>
            </a:r>
            <a:endParaRPr lang="en-GB"/>
          </a:p>
        </p:txBody>
      </p:sp>
      <p:sp>
        <p:nvSpPr>
          <p:cNvPr id="4" name="Title Placeholder 1">
            <a:extLst>
              <a:ext uri="{FF2B5EF4-FFF2-40B4-BE49-F238E27FC236}">
                <a16:creationId xmlns:a16="http://schemas.microsoft.com/office/drawing/2014/main" id="{1BA7B894-6BCA-2B29-BA04-8AAB1735BFFD}"/>
              </a:ext>
            </a:extLst>
          </p:cNvPr>
          <p:cNvSpPr>
            <a:spLocks noGrp="1"/>
          </p:cNvSpPr>
          <p:nvPr>
            <p:ph type="title"/>
          </p:nvPr>
        </p:nvSpPr>
        <p:spPr>
          <a:xfrm>
            <a:off x="3467313" y="324853"/>
            <a:ext cx="7886485" cy="1325563"/>
          </a:xfrm>
          <a:prstGeom prst="rect">
            <a:avLst/>
          </a:prstGeom>
        </p:spPr>
        <p:txBody>
          <a:bodyPr vert="horz" lIns="91440" tIns="45720" rIns="91440" bIns="45720" rtlCol="0" anchor="ctr">
            <a:normAutofit/>
          </a:bodyPr>
          <a:lstStyle/>
          <a:p>
            <a:r>
              <a:rPr lang="en-US"/>
              <a:t>Speaker’s name</a:t>
            </a:r>
            <a:endParaRPr lang="en-GB"/>
          </a:p>
        </p:txBody>
      </p:sp>
    </p:spTree>
    <p:extLst>
      <p:ext uri="{BB962C8B-B14F-4D97-AF65-F5344CB8AC3E}">
        <p14:creationId xmlns:p14="http://schemas.microsoft.com/office/powerpoint/2010/main" val="1603374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FF0C1-723F-8331-7203-2AD1CA3085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200EBD9-8D5A-98D4-BC92-CE5E1C756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41723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202-8931-7832-6C93-86B82B6865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BC0C-D418-7F75-653D-7BD01A94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02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3987-4D9C-734A-F0DD-FA7C5E5BF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48C8F2A-06F7-926F-11A3-0E18B5E01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7603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D26B-2105-B752-1559-A5E7E3580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CB2030-5E24-3C76-AF6E-BEABDB29D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0EF88D-DEBE-FA6D-7C2B-49DE203B99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3025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F04B-2070-B32A-26F9-689ACEB1798E}"/>
              </a:ext>
            </a:extLst>
          </p:cNvPr>
          <p:cNvSpPr>
            <a:spLocks noGrp="1"/>
          </p:cNvSpPr>
          <p:nvPr>
            <p:ph type="title"/>
          </p:nvPr>
        </p:nvSpPr>
        <p:spPr>
          <a:xfrm>
            <a:off x="839788" y="365125"/>
            <a:ext cx="9721532"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351C8F-389D-6D1D-529E-8F7B5D2561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7AB8FD-3AC0-420A-CD1A-4BB2C4DEB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2E0881B-0B39-A9CB-08B8-7FA6C0D98A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7CCB1-27F7-D503-AC18-183950FAE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54728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4D49-1A5A-DFCF-8CA7-93B2889E2B5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65019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470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FA22-F0C4-1510-0E4C-953C802C4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786368D-1D41-F3F9-3D07-85EFF2CFB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B83765E-1500-5380-7D29-9BED9AFAF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641347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19606-9316-A7A0-65BC-635A494F0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3637042-5D0D-C650-5659-376D12BF8F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9EF090A-47F3-1576-D5A3-105EE3376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7489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B042-3840-06BB-E1DF-E9094D81989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CC1C5E-7112-083E-8A66-4B30A4DD39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73646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ponsors">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1392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6.xml"/><Relationship Id="rId4" Type="http://schemas.openxmlformats.org/officeDocument/2006/relationships/image" Target="../media/image4.sv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5.sv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image" Target="../media/image1.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4.xml"/><Relationship Id="rId5" Type="http://schemas.openxmlformats.org/officeDocument/2006/relationships/slideLayout" Target="../slideLayouts/slideLayout11.xml"/><Relationship Id="rId15" Type="http://schemas.openxmlformats.org/officeDocument/2006/relationships/image" Target="../media/image4.sv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theme" Target="../theme/theme5.xml"/><Relationship Id="rId1" Type="http://schemas.openxmlformats.org/officeDocument/2006/relationships/slideLayout" Target="../slideLayouts/slideLayout1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Image 13" descr="Une image contenant texte&#10;&#10;Description générée automatiquement">
            <a:extLst>
              <a:ext uri="{FF2B5EF4-FFF2-40B4-BE49-F238E27FC236}">
                <a16:creationId xmlns:a16="http://schemas.microsoft.com/office/drawing/2014/main" id="{46B6AA1A-3151-3AC2-83FB-1C6A4D626CEE}"/>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pic>
        <p:nvPicPr>
          <p:cNvPr id="3" name="Image 2">
            <a:extLst>
              <a:ext uri="{FF2B5EF4-FFF2-40B4-BE49-F238E27FC236}">
                <a16:creationId xmlns:a16="http://schemas.microsoft.com/office/drawing/2014/main" id="{E38E8CAF-D224-9556-511F-8D65E9383F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10591" y="137310"/>
            <a:ext cx="4166241" cy="1426795"/>
          </a:xfrm>
          <a:prstGeom prst="rect">
            <a:avLst/>
          </a:prstGeom>
        </p:spPr>
      </p:pic>
      <p:pic>
        <p:nvPicPr>
          <p:cNvPr id="8" name="Image 7" descr="Une image contenant Police, Graphique, typographie, graphisme&#10;&#10;Le contenu généré par l’IA peut être incorrect.">
            <a:extLst>
              <a:ext uri="{FF2B5EF4-FFF2-40B4-BE49-F238E27FC236}">
                <a16:creationId xmlns:a16="http://schemas.microsoft.com/office/drawing/2014/main" id="{B287398A-20D9-4E87-9997-CB57AB2CCE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08900" y="6074646"/>
            <a:ext cx="2471121" cy="372258"/>
          </a:xfrm>
          <a:prstGeom prst="rect">
            <a:avLst/>
          </a:prstGeom>
        </p:spPr>
      </p:pic>
    </p:spTree>
    <p:extLst>
      <p:ext uri="{BB962C8B-B14F-4D97-AF65-F5344CB8AC3E}">
        <p14:creationId xmlns:p14="http://schemas.microsoft.com/office/powerpoint/2010/main" val="1739929472"/>
      </p:ext>
    </p:extLst>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427B60B6-58D4-7B9F-C29A-CE66AF93F596}"/>
              </a:ext>
            </a:extLst>
          </p:cNvPr>
          <p:cNvSpPr txBox="1">
            <a:spLocks/>
          </p:cNvSpPr>
          <p:nvPr userDrawn="1"/>
        </p:nvSpPr>
        <p:spPr>
          <a:xfrm>
            <a:off x="0" y="1"/>
            <a:ext cx="12192000" cy="6858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25000">
                <a:latin typeface="Stencil" panose="040409050D0802020404" pitchFamily="82" charset="0"/>
              </a:rPr>
              <a:t> </a:t>
            </a:r>
            <a:endParaRPr lang="en-DE" sz="25000">
              <a:latin typeface="Stencil" panose="040409050D0802020404" pitchFamily="82" charset="0"/>
            </a:endParaRPr>
          </a:p>
        </p:txBody>
      </p:sp>
    </p:spTree>
    <p:extLst>
      <p:ext uri="{BB962C8B-B14F-4D97-AF65-F5344CB8AC3E}">
        <p14:creationId xmlns:p14="http://schemas.microsoft.com/office/powerpoint/2010/main" val="201887762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E6A8F4F5-7628-E9E8-23A7-09169C6794F7}"/>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3" name="Espace réservé du numéro de diapositive 5">
            <a:extLst>
              <a:ext uri="{FF2B5EF4-FFF2-40B4-BE49-F238E27FC236}">
                <a16:creationId xmlns:a16="http://schemas.microsoft.com/office/drawing/2014/main" id="{FC40251A-A850-BFFB-8B10-8DF9490B82FC}"/>
              </a:ext>
            </a:extLst>
          </p:cNvPr>
          <p:cNvSpPr txBox="1">
            <a:spLocks/>
          </p:cNvSpPr>
          <p:nvPr userDrawn="1"/>
        </p:nvSpPr>
        <p:spPr>
          <a:xfrm>
            <a:off x="7001786" y="6335963"/>
            <a:ext cx="305661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B2B46"/>
                </a:solidFill>
              </a:rPr>
              <a:t>@allwayshype.com</a:t>
            </a:r>
          </a:p>
        </p:txBody>
      </p:sp>
      <p:pic>
        <p:nvPicPr>
          <p:cNvPr id="2" name="Graphique 14">
            <a:extLst>
              <a:ext uri="{FF2B5EF4-FFF2-40B4-BE49-F238E27FC236}">
                <a16:creationId xmlns:a16="http://schemas.microsoft.com/office/drawing/2014/main" id="{700920EF-587A-69C0-8757-55C0131BED1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636662" y="6335963"/>
            <a:ext cx="365125" cy="365125"/>
          </a:xfrm>
          <a:prstGeom prst="rect">
            <a:avLst/>
          </a:prstGeom>
        </p:spPr>
      </p:pic>
    </p:spTree>
    <p:extLst>
      <p:ext uri="{BB962C8B-B14F-4D97-AF65-F5344CB8AC3E}">
        <p14:creationId xmlns:p14="http://schemas.microsoft.com/office/powerpoint/2010/main" val="1520531744"/>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1B01AB94-EEA2-3211-2551-34A16625A107}"/>
              </a:ext>
            </a:extLst>
          </p:cNvPr>
          <p:cNvPicPr>
            <a:picLocks noGrp="1" noRot="1" noChangeAspect="1" noMove="1" noResize="1" noEditPoints="1" noAdjustHandles="1" noChangeArrowheads="1" noChangeShapeType="1" noCrop="1"/>
          </p:cNvPicPr>
          <p:nvPr userDrawn="1"/>
        </p:nvPicPr>
        <p:blipFill>
          <a:blip r:embed="rId12">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2" name="Title Placeholder 1">
            <a:extLst>
              <a:ext uri="{FF2B5EF4-FFF2-40B4-BE49-F238E27FC236}">
                <a16:creationId xmlns:a16="http://schemas.microsoft.com/office/drawing/2014/main" id="{4157010D-0C09-8FBA-F719-A4ED7C3FC593}"/>
              </a:ext>
            </a:extLst>
          </p:cNvPr>
          <p:cNvSpPr>
            <a:spLocks noGrp="1"/>
          </p:cNvSpPr>
          <p:nvPr>
            <p:ph type="title"/>
          </p:nvPr>
        </p:nvSpPr>
        <p:spPr>
          <a:xfrm>
            <a:off x="838200" y="365125"/>
            <a:ext cx="973328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C054D6-CB61-3142-2199-DDEA2FD48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Espace réservé du numéro de diapositive 5">
            <a:extLst>
              <a:ext uri="{FF2B5EF4-FFF2-40B4-BE49-F238E27FC236}">
                <a16:creationId xmlns:a16="http://schemas.microsoft.com/office/drawing/2014/main" id="{6122872C-58E4-4D8E-43AD-82C6D51A6C2A}"/>
              </a:ext>
            </a:extLst>
          </p:cNvPr>
          <p:cNvSpPr txBox="1">
            <a:spLocks/>
          </p:cNvSpPr>
          <p:nvPr userDrawn="1"/>
        </p:nvSpPr>
        <p:spPr>
          <a:xfrm>
            <a:off x="7001786" y="6335963"/>
            <a:ext cx="305661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B2B46"/>
                </a:solidFill>
              </a:rPr>
              <a:t>@allwayshype.com</a:t>
            </a:r>
          </a:p>
        </p:txBody>
      </p:sp>
      <p:pic>
        <p:nvPicPr>
          <p:cNvPr id="8" name="Graphique 7">
            <a:extLst>
              <a:ext uri="{FF2B5EF4-FFF2-40B4-BE49-F238E27FC236}">
                <a16:creationId xmlns:a16="http://schemas.microsoft.com/office/drawing/2014/main" id="{59BD5C5E-FB1B-A32E-1927-AB6A3C9A6664}"/>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0822738" y="196674"/>
            <a:ext cx="1062038" cy="904875"/>
          </a:xfrm>
          <a:prstGeom prst="rect">
            <a:avLst/>
          </a:prstGeom>
        </p:spPr>
      </p:pic>
      <p:pic>
        <p:nvPicPr>
          <p:cNvPr id="12" name="Image 11" descr="Une image contenant Police, Graphique, capture d’écran, graphisme&#10;&#10;Le contenu généré par l’IA peut être incorrect.">
            <a:extLst>
              <a:ext uri="{FF2B5EF4-FFF2-40B4-BE49-F238E27FC236}">
                <a16:creationId xmlns:a16="http://schemas.microsoft.com/office/drawing/2014/main" id="{9DA822DC-EA6F-C834-636F-0CFA0983C12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799716" y="1147469"/>
            <a:ext cx="1169451" cy="376843"/>
          </a:xfrm>
          <a:prstGeom prst="rect">
            <a:avLst/>
          </a:prstGeom>
        </p:spPr>
      </p:pic>
      <p:pic>
        <p:nvPicPr>
          <p:cNvPr id="15" name="Graphique 14">
            <a:extLst>
              <a:ext uri="{FF2B5EF4-FFF2-40B4-BE49-F238E27FC236}">
                <a16:creationId xmlns:a16="http://schemas.microsoft.com/office/drawing/2014/main" id="{E16A90F8-D789-E1FC-28F1-B2BFBC4CCE32}"/>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6636662" y="6335963"/>
            <a:ext cx="365125" cy="365125"/>
          </a:xfrm>
          <a:prstGeom prst="rect">
            <a:avLst/>
          </a:prstGeom>
        </p:spPr>
      </p:pic>
    </p:spTree>
    <p:extLst>
      <p:ext uri="{BB962C8B-B14F-4D97-AF65-F5344CB8AC3E}">
        <p14:creationId xmlns:p14="http://schemas.microsoft.com/office/powerpoint/2010/main" val="257769973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xStyles>
    <p:titleStyle>
      <a:lvl1pPr algn="l" defTabSz="914400" rtl="0" eaLnBrk="1" latinLnBrk="0" hangingPunct="1">
        <a:lnSpc>
          <a:spcPct val="90000"/>
        </a:lnSpc>
        <a:spcBef>
          <a:spcPct val="0"/>
        </a:spcBef>
        <a:buNone/>
        <a:defRPr sz="5400" b="1" kern="120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Image 10" descr="Une image contenant texte&#10;&#10;Description générée automatiquement">
            <a:extLst>
              <a:ext uri="{FF2B5EF4-FFF2-40B4-BE49-F238E27FC236}">
                <a16:creationId xmlns:a16="http://schemas.microsoft.com/office/drawing/2014/main" id="{B539B2B7-DCEC-86A0-9166-A544EB5C8800}"/>
              </a:ext>
            </a:extLst>
          </p:cNvPr>
          <p:cNvPicPr/>
          <p:nvPr userDrawn="1"/>
        </p:nvPicPr>
        <p:blipFill>
          <a:blip r:embed="rId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12" name="Espace réservé du numéro de diapositive 5">
            <a:extLst>
              <a:ext uri="{FF2B5EF4-FFF2-40B4-BE49-F238E27FC236}">
                <a16:creationId xmlns:a16="http://schemas.microsoft.com/office/drawing/2014/main" id="{56F63CA6-9F60-3CB8-9C61-E52CC24CA5C9}"/>
              </a:ext>
            </a:extLst>
          </p:cNvPr>
          <p:cNvSpPr txBox="1">
            <a:spLocks/>
          </p:cNvSpPr>
          <p:nvPr userDrawn="1"/>
        </p:nvSpPr>
        <p:spPr>
          <a:xfrm>
            <a:off x="7001786" y="6335963"/>
            <a:ext cx="305661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B2B46"/>
                </a:solidFill>
              </a:rPr>
              <a:t>@allwayshype.com</a:t>
            </a:r>
          </a:p>
        </p:txBody>
      </p:sp>
      <p:pic>
        <p:nvPicPr>
          <p:cNvPr id="13" name="Graphique 12">
            <a:extLst>
              <a:ext uri="{FF2B5EF4-FFF2-40B4-BE49-F238E27FC236}">
                <a16:creationId xmlns:a16="http://schemas.microsoft.com/office/drawing/2014/main" id="{7C52C906-A4AE-205B-5674-D5FB2A7DD51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822738" y="196674"/>
            <a:ext cx="1062038" cy="904875"/>
          </a:xfrm>
          <a:prstGeom prst="rect">
            <a:avLst/>
          </a:prstGeom>
        </p:spPr>
      </p:pic>
      <p:pic>
        <p:nvPicPr>
          <p:cNvPr id="14" name="Image 13" descr="Une image contenant Police, Graphique, capture d’écran, graphisme&#10;&#10;Le contenu généré par l’IA peut être incorrect.">
            <a:extLst>
              <a:ext uri="{FF2B5EF4-FFF2-40B4-BE49-F238E27FC236}">
                <a16:creationId xmlns:a16="http://schemas.microsoft.com/office/drawing/2014/main" id="{7F616F34-F51B-32CC-AB9F-19EDB8E1D14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99716" y="1147469"/>
            <a:ext cx="1169451" cy="376843"/>
          </a:xfrm>
          <a:prstGeom prst="rect">
            <a:avLst/>
          </a:prstGeom>
        </p:spPr>
      </p:pic>
      <p:pic>
        <p:nvPicPr>
          <p:cNvPr id="16" name="Graphique 15">
            <a:extLst>
              <a:ext uri="{FF2B5EF4-FFF2-40B4-BE49-F238E27FC236}">
                <a16:creationId xmlns:a16="http://schemas.microsoft.com/office/drawing/2014/main" id="{D949B0BA-A067-A37C-BE40-5E322BCE3B08}"/>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702387" y="6400644"/>
            <a:ext cx="233674" cy="233674"/>
          </a:xfrm>
          <a:prstGeom prst="rect">
            <a:avLst/>
          </a:prstGeom>
        </p:spPr>
      </p:pic>
      <p:sp>
        <p:nvSpPr>
          <p:cNvPr id="9" name="Titel 3">
            <a:extLst>
              <a:ext uri="{FF2B5EF4-FFF2-40B4-BE49-F238E27FC236}">
                <a16:creationId xmlns:a16="http://schemas.microsoft.com/office/drawing/2014/main" id="{237F1B22-B8A7-5DA3-541B-86D5A5CE30B8}"/>
              </a:ext>
            </a:extLst>
          </p:cNvPr>
          <p:cNvSpPr txBox="1">
            <a:spLocks/>
          </p:cNvSpPr>
          <p:nvPr userDrawn="1"/>
        </p:nvSpPr>
        <p:spPr>
          <a:xfrm>
            <a:off x="1009061" y="630961"/>
            <a:ext cx="973328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b="1">
                <a:solidFill>
                  <a:srgbClr val="3B2A47"/>
                </a:solidFill>
                <a:latin typeface="Calibri" panose="020F0502020204030204" pitchFamily="34" charset="0"/>
                <a:ea typeface="+mn-ea"/>
                <a:cs typeface="+mn-cs"/>
              </a:rPr>
              <a:t>Many thanks to our sponsors:</a:t>
            </a:r>
            <a:endParaRPr lang="en-DE">
              <a:solidFill>
                <a:srgbClr val="3B2A47"/>
              </a:solidFill>
            </a:endParaRPr>
          </a:p>
        </p:txBody>
      </p:sp>
      <p:pic>
        <p:nvPicPr>
          <p:cNvPr id="10" name="Graphique 9">
            <a:extLst>
              <a:ext uri="{FF2B5EF4-FFF2-40B4-BE49-F238E27FC236}">
                <a16:creationId xmlns:a16="http://schemas.microsoft.com/office/drawing/2014/main" id="{49202E10-CFF9-D099-F6A8-38778470501A}"/>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542212" y="2226290"/>
            <a:ext cx="8666977" cy="2650633"/>
          </a:xfrm>
          <a:prstGeom prst="rect">
            <a:avLst/>
          </a:prstGeom>
        </p:spPr>
      </p:pic>
      <p:pic>
        <p:nvPicPr>
          <p:cNvPr id="2" name="Graphique 14">
            <a:extLst>
              <a:ext uri="{FF2B5EF4-FFF2-40B4-BE49-F238E27FC236}">
                <a16:creationId xmlns:a16="http://schemas.microsoft.com/office/drawing/2014/main" id="{D1EA6F13-56A6-E105-3302-593D60382D37}"/>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6636662" y="6335963"/>
            <a:ext cx="365125" cy="365125"/>
          </a:xfrm>
          <a:prstGeom prst="rect">
            <a:avLst/>
          </a:prstGeom>
        </p:spPr>
      </p:pic>
    </p:spTree>
    <p:extLst>
      <p:ext uri="{BB962C8B-B14F-4D97-AF65-F5344CB8AC3E}">
        <p14:creationId xmlns:p14="http://schemas.microsoft.com/office/powerpoint/2010/main" val="3764580357"/>
      </p:ext>
    </p:extLst>
  </p:cSld>
  <p:clrMap bg1="lt1" tx1="dk1" bg2="lt2" tx2="dk2" accent1="accent1" accent2="accent2" accent3="accent3" accent4="accent4" accent5="accent5" accent6="accent6" hlink="hlink" folHlink="folHlink"/>
  <p:sldLayoutIdLst>
    <p:sldLayoutId id="214748370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A13D084F-E8FE-14E3-7A60-1AB8B95A44C2}"/>
              </a:ext>
            </a:extLst>
          </p:cNvPr>
          <p:cNvSpPr txBox="1"/>
          <p:nvPr/>
        </p:nvSpPr>
        <p:spPr>
          <a:xfrm>
            <a:off x="1046162" y="1057275"/>
            <a:ext cx="4892675" cy="5187830"/>
          </a:xfrm>
          <a:prstGeom prst="rect">
            <a:avLst/>
          </a:prstGeom>
          <a:noFill/>
        </p:spPr>
        <p:txBody>
          <a:bodyPr wrap="square" rtlCol="0">
            <a:spAutoFit/>
          </a:bodyPr>
          <a:lstStyle/>
          <a:p>
            <a:pPr>
              <a:lnSpc>
                <a:spcPct val="110000"/>
              </a:lnSpc>
            </a:pPr>
            <a:r>
              <a:rPr lang="en-US" sz="1400"/>
              <a:t>Dear Speaker, we are thrilled and honored to have you with us in Wiesbaden in 2026. Take your time and read this before you prepare your session. </a:t>
            </a:r>
          </a:p>
          <a:p>
            <a:pPr>
              <a:lnSpc>
                <a:spcPct val="110000"/>
              </a:lnSpc>
            </a:pPr>
            <a:endParaRPr lang="en-US" sz="1400"/>
          </a:p>
          <a:p>
            <a:pPr>
              <a:lnSpc>
                <a:spcPct val="110000"/>
              </a:lnSpc>
              <a:spcAft>
                <a:spcPts val="1000"/>
              </a:spcAft>
            </a:pPr>
            <a:r>
              <a:rPr lang="en-US" sz="1400"/>
              <a:t>Since most of you have been with us before, you will already know a lot about </a:t>
            </a:r>
            <a:r>
              <a:rPr lang="en-US" sz="1400" err="1"/>
              <a:t>PSConfEU</a:t>
            </a:r>
            <a:r>
              <a:rPr lang="en-US" sz="1400"/>
              <a:t>. You know that we try to capture all sessions carefully and publish your work on YouTube. </a:t>
            </a:r>
            <a:r>
              <a:rPr lang="en-US" sz="1400" b="1" u="sng"/>
              <a:t>There are a few easily avoidable stumbling blocks that we would like to draw your attention to: </a:t>
            </a:r>
          </a:p>
          <a:p>
            <a:pPr marL="285750" indent="-285750">
              <a:lnSpc>
                <a:spcPct val="110000"/>
              </a:lnSpc>
              <a:buClr>
                <a:srgbClr val="C00000"/>
              </a:buClr>
              <a:buFont typeface="Arial" panose="020B0604020202020204" pitchFamily="34" charset="0"/>
              <a:buChar char="•"/>
            </a:pPr>
            <a:r>
              <a:rPr lang="en-US" sz="1400"/>
              <a:t>Your screen resolution should be</a:t>
            </a:r>
            <a:br>
              <a:rPr lang="en-US" sz="1400"/>
            </a:br>
            <a:r>
              <a:rPr lang="en-US" sz="1400"/>
              <a:t>1920x1080 </a:t>
            </a:r>
            <a:r>
              <a:rPr lang="en-US" sz="1400" err="1"/>
              <a:t>px</a:t>
            </a:r>
            <a:r>
              <a:rPr lang="en-US" sz="1400"/>
              <a:t> (</a:t>
            </a:r>
            <a:r>
              <a:rPr lang="en-US" sz="1400" err="1"/>
              <a:t>FullHD</a:t>
            </a:r>
            <a:r>
              <a:rPr lang="en-US" sz="1400"/>
              <a:t>)</a:t>
            </a:r>
          </a:p>
          <a:p>
            <a:pPr marL="285750" indent="-285750">
              <a:lnSpc>
                <a:spcPct val="110000"/>
              </a:lnSpc>
              <a:buClr>
                <a:srgbClr val="C00000"/>
              </a:buClr>
              <a:buFont typeface="Arial" panose="020B0604020202020204" pitchFamily="34" charset="0"/>
              <a:buChar char="•"/>
            </a:pPr>
            <a:r>
              <a:rPr lang="en-US" sz="1400"/>
              <a:t>You should provide a full size HDMI socket</a:t>
            </a:r>
          </a:p>
          <a:p>
            <a:pPr marL="285750" indent="-285750">
              <a:lnSpc>
                <a:spcPct val="110000"/>
              </a:lnSpc>
              <a:buClr>
                <a:srgbClr val="C00000"/>
              </a:buClr>
              <a:buFont typeface="Arial" panose="020B0604020202020204" pitchFamily="34" charset="0"/>
              <a:buChar char="•"/>
            </a:pPr>
            <a:r>
              <a:rPr lang="en-US" sz="1400"/>
              <a:t>Mirror your screen</a:t>
            </a:r>
          </a:p>
          <a:p>
            <a:pPr marL="285750" indent="-285750">
              <a:lnSpc>
                <a:spcPct val="110000"/>
              </a:lnSpc>
              <a:buClr>
                <a:srgbClr val="C00000"/>
              </a:buClr>
              <a:buFont typeface="Arial" panose="020B0604020202020204" pitchFamily="34" charset="0"/>
              <a:buChar char="•"/>
            </a:pPr>
            <a:r>
              <a:rPr lang="en-US" sz="1400"/>
              <a:t>Disable "Presenter View" in PowerPoint</a:t>
            </a:r>
          </a:p>
          <a:p>
            <a:pPr marL="285750" indent="-285750">
              <a:lnSpc>
                <a:spcPct val="110000"/>
              </a:lnSpc>
              <a:buClr>
                <a:srgbClr val="C00000"/>
              </a:buClr>
              <a:buFont typeface="Arial" panose="020B0604020202020204" pitchFamily="34" charset="0"/>
              <a:buChar char="•"/>
            </a:pPr>
            <a:r>
              <a:rPr lang="en-US" sz="1400"/>
              <a:t>Using MAC or Surface book? </a:t>
            </a:r>
            <a:br>
              <a:rPr lang="en-US" sz="1400"/>
            </a:br>
            <a:r>
              <a:rPr lang="en-US" sz="1400"/>
              <a:t>Be aware of HDCP!</a:t>
            </a:r>
          </a:p>
          <a:p>
            <a:pPr marL="285750" indent="-285750">
              <a:lnSpc>
                <a:spcPct val="110000"/>
              </a:lnSpc>
              <a:buClr>
                <a:srgbClr val="C00000"/>
              </a:buClr>
              <a:buFont typeface="Arial" panose="020B0604020202020204" pitchFamily="34" charset="0"/>
              <a:buChar char="•"/>
            </a:pPr>
            <a:r>
              <a:rPr lang="en-US" sz="1400"/>
              <a:t>Disable the ‘Night Light’ Mode</a:t>
            </a:r>
          </a:p>
          <a:p>
            <a:pPr marL="285750" indent="-285750">
              <a:lnSpc>
                <a:spcPct val="110000"/>
              </a:lnSpc>
              <a:buClr>
                <a:srgbClr val="C00000"/>
              </a:buClr>
              <a:buFont typeface="Arial" panose="020B0604020202020204" pitchFamily="34" charset="0"/>
              <a:buChar char="•"/>
            </a:pPr>
            <a:r>
              <a:rPr lang="en-GB" sz="1400"/>
              <a:t>Enable the presentation setting</a:t>
            </a:r>
            <a:br>
              <a:rPr lang="en-GB" sz="1400"/>
            </a:br>
            <a:r>
              <a:rPr lang="en-GB" sz="1400" i="1"/>
              <a:t>(presentationsettings.exe in Windows)</a:t>
            </a:r>
          </a:p>
          <a:p>
            <a:pPr marL="285750" indent="-285750">
              <a:lnSpc>
                <a:spcPct val="110000"/>
              </a:lnSpc>
              <a:buClr>
                <a:srgbClr val="C00000"/>
              </a:buClr>
              <a:buFont typeface="Arial" panose="020B0604020202020204" pitchFamily="34" charset="0"/>
              <a:buChar char="•"/>
            </a:pPr>
            <a:r>
              <a:rPr lang="en-GB" sz="1400"/>
              <a:t>If you present sensitive information on web portals, consider using something like "</a:t>
            </a:r>
            <a:r>
              <a:rPr lang="en-GB" sz="1400" err="1"/>
              <a:t>CloudCloak</a:t>
            </a:r>
            <a:r>
              <a:rPr lang="en-GB" sz="1400"/>
              <a:t>"</a:t>
            </a:r>
            <a:endParaRPr lang="en-US" sz="1400" i="1"/>
          </a:p>
        </p:txBody>
      </p:sp>
      <p:sp>
        <p:nvSpPr>
          <p:cNvPr id="4" name="Rechteck 3">
            <a:extLst>
              <a:ext uri="{FF2B5EF4-FFF2-40B4-BE49-F238E27FC236}">
                <a16:creationId xmlns:a16="http://schemas.microsoft.com/office/drawing/2014/main" id="{CBA44082-0847-F389-B219-CBA49C7725C2}"/>
              </a:ext>
            </a:extLst>
          </p:cNvPr>
          <p:cNvSpPr/>
          <p:nvPr/>
        </p:nvSpPr>
        <p:spPr>
          <a:xfrm>
            <a:off x="0" y="0"/>
            <a:ext cx="889000" cy="68580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4400">
                <a:latin typeface="Calibri" panose="020F0502020204030204" pitchFamily="34" charset="0"/>
                <a:ea typeface="Calibri" panose="020F0502020204030204" pitchFamily="34" charset="0"/>
                <a:cs typeface="Calibri" panose="020F0502020204030204" pitchFamily="34" charset="0"/>
              </a:rPr>
              <a:t>BURN AFTER READING</a:t>
            </a:r>
            <a:endParaRPr lang="en-DE" sz="4400">
              <a:latin typeface="Calibri" panose="020F0502020204030204" pitchFamily="34" charset="0"/>
              <a:ea typeface="Calibri" panose="020F0502020204030204" pitchFamily="34" charset="0"/>
              <a:cs typeface="Calibri" panose="020F0502020204030204" pitchFamily="34" charset="0"/>
            </a:endParaRPr>
          </a:p>
        </p:txBody>
      </p:sp>
      <p:sp>
        <p:nvSpPr>
          <p:cNvPr id="2" name="Textfeld 1">
            <a:extLst>
              <a:ext uri="{FF2B5EF4-FFF2-40B4-BE49-F238E27FC236}">
                <a16:creationId xmlns:a16="http://schemas.microsoft.com/office/drawing/2014/main" id="{A196BBFD-A430-8F6F-DBB7-52C55DB3DA2F}"/>
              </a:ext>
            </a:extLst>
          </p:cNvPr>
          <p:cNvSpPr txBox="1"/>
          <p:nvPr/>
        </p:nvSpPr>
        <p:spPr>
          <a:xfrm>
            <a:off x="5938836" y="663834"/>
            <a:ext cx="5972175" cy="5087290"/>
          </a:xfrm>
          <a:prstGeom prst="rect">
            <a:avLst/>
          </a:prstGeom>
          <a:noFill/>
        </p:spPr>
        <p:txBody>
          <a:bodyPr wrap="square" rtlCol="0">
            <a:spAutoFit/>
          </a:bodyPr>
          <a:lstStyle/>
          <a:p>
            <a:pPr>
              <a:lnSpc>
                <a:spcPct val="110000"/>
              </a:lnSpc>
              <a:spcAft>
                <a:spcPts val="800"/>
              </a:spcAft>
            </a:pPr>
            <a:r>
              <a:rPr lang="en-US" sz="1600" b="1" err="1">
                <a:highlight>
                  <a:srgbClr val="00FF00"/>
                </a:highlight>
              </a:rPr>
              <a:t>about_SlideDeck</a:t>
            </a:r>
            <a:endParaRPr lang="en-US" sz="1600" b="1">
              <a:highlight>
                <a:srgbClr val="00FF00"/>
              </a:highlight>
            </a:endParaRPr>
          </a:p>
          <a:p>
            <a:pPr>
              <a:lnSpc>
                <a:spcPct val="110000"/>
              </a:lnSpc>
            </a:pPr>
            <a:r>
              <a:rPr lang="en-US" sz="1400"/>
              <a:t>The actual presentation starts with slide 6 ("Session title"). The first five slides have a purely </a:t>
            </a:r>
            <a:r>
              <a:rPr lang="en-US" sz="1400" err="1"/>
              <a:t>organisational</a:t>
            </a:r>
            <a:r>
              <a:rPr lang="en-US" sz="1400"/>
              <a:t> purpose. During the break before your session, you should start the presentation with slide 2 ("Next up"), so that the audience knows that they are in the right room. It's fine if you start chatting with the audience during this break, </a:t>
            </a:r>
            <a:r>
              <a:rPr lang="en-US" sz="1400" b="1"/>
              <a:t>but</a:t>
            </a:r>
            <a:r>
              <a:rPr lang="en-US" sz="1400"/>
              <a:t> </a:t>
            </a:r>
            <a:r>
              <a:rPr lang="en-US" sz="1400" b="1"/>
              <a:t>we need a precise starting point for your presentation </a:t>
            </a:r>
            <a:r>
              <a:rPr lang="en-US" sz="1400"/>
              <a:t>in terms of editing your video. That means: </a:t>
            </a:r>
          </a:p>
          <a:p>
            <a:pPr>
              <a:lnSpc>
                <a:spcPct val="110000"/>
              </a:lnSpc>
            </a:pPr>
            <a:r>
              <a:rPr lang="en-US" sz="1400"/>
              <a:t>The recording of your presentation will start after the countdown. </a:t>
            </a:r>
            <a:r>
              <a:rPr lang="en-US" sz="1400" b="1"/>
              <a:t>Please  (RE)START talking after the countdown</a:t>
            </a:r>
            <a:r>
              <a:rPr lang="en-US" sz="1400"/>
              <a:t>, not during it! Otherwise your recording will start with a half sentence.  </a:t>
            </a:r>
          </a:p>
          <a:p>
            <a:pPr>
              <a:lnSpc>
                <a:spcPct val="110000"/>
              </a:lnSpc>
            </a:pPr>
            <a:r>
              <a:rPr lang="en-US" sz="1400"/>
              <a:t>It is not necessary to explicitly signal to the PA operator, this is your signal! </a:t>
            </a:r>
          </a:p>
          <a:p>
            <a:pPr>
              <a:lnSpc>
                <a:spcPct val="110000"/>
              </a:lnSpc>
            </a:pPr>
            <a:endParaRPr lang="en-US" sz="1400"/>
          </a:p>
          <a:p>
            <a:pPr>
              <a:lnSpc>
                <a:spcPct val="110000"/>
              </a:lnSpc>
            </a:pPr>
            <a:r>
              <a:rPr lang="en-US" sz="1400"/>
              <a:t>Finally, do you have to use this slide deck? </a:t>
            </a:r>
            <a:br>
              <a:rPr lang="en-US" sz="1400"/>
            </a:br>
            <a:r>
              <a:rPr lang="en-US" sz="1400"/>
              <a:t>No, you are free to present the way you like it. But you are asked </a:t>
            </a:r>
            <a:br>
              <a:rPr lang="en-US" sz="1400"/>
            </a:br>
            <a:r>
              <a:rPr lang="en-US" sz="1400"/>
              <a:t>to use the intro slides: countdown, session title, sponsor slide.</a:t>
            </a:r>
            <a:br>
              <a:rPr lang="en-US" sz="1400"/>
            </a:br>
            <a:r>
              <a:rPr lang="en-US" sz="1400"/>
              <a:t>Beyond that, use what is good for the cause – from no slides to sketches from your children, from </a:t>
            </a:r>
            <a:r>
              <a:rPr lang="en-US" sz="1400" err="1"/>
              <a:t>Jupyter</a:t>
            </a:r>
            <a:r>
              <a:rPr lang="en-US" sz="1400"/>
              <a:t> to $</a:t>
            </a:r>
            <a:r>
              <a:rPr lang="en-US" sz="1400" err="1"/>
              <a:t>youNameIt</a:t>
            </a:r>
            <a:r>
              <a:rPr lang="en-US" sz="1400"/>
              <a:t>. </a:t>
            </a:r>
          </a:p>
          <a:p>
            <a:pPr>
              <a:lnSpc>
                <a:spcPct val="110000"/>
              </a:lnSpc>
              <a:spcAft>
                <a:spcPts val="1000"/>
              </a:spcAft>
            </a:pPr>
            <a:r>
              <a:rPr lang="en-US" sz="1400"/>
              <a:t>You will find additional information in the notes below.</a:t>
            </a:r>
          </a:p>
          <a:p>
            <a:pPr>
              <a:lnSpc>
                <a:spcPct val="110000"/>
              </a:lnSpc>
            </a:pPr>
            <a:r>
              <a:rPr lang="en-US" sz="1400" i="1"/>
              <a:t>Sincerely, your hosts!</a:t>
            </a:r>
          </a:p>
        </p:txBody>
      </p:sp>
      <p:sp>
        <p:nvSpPr>
          <p:cNvPr id="5" name="Titel 4">
            <a:extLst>
              <a:ext uri="{FF2B5EF4-FFF2-40B4-BE49-F238E27FC236}">
                <a16:creationId xmlns:a16="http://schemas.microsoft.com/office/drawing/2014/main" id="{E2CFEAF8-3999-F242-E154-0BD39B8675DC}"/>
              </a:ext>
            </a:extLst>
          </p:cNvPr>
          <p:cNvSpPr>
            <a:spLocks noGrp="1"/>
          </p:cNvSpPr>
          <p:nvPr>
            <p:ph type="title" idx="4294967295"/>
          </p:nvPr>
        </p:nvSpPr>
        <p:spPr>
          <a:xfrm>
            <a:off x="1046161" y="66675"/>
            <a:ext cx="4892675" cy="662782"/>
          </a:xfrm>
          <a:prstGeom prst="rect">
            <a:avLst/>
          </a:prstGeom>
        </p:spPr>
        <p:txBody>
          <a:bodyPr/>
          <a:lstStyle/>
          <a:p>
            <a:r>
              <a:rPr lang="en-DE" sz="4200">
                <a:latin typeface="Calibri" panose="020F0502020204030204" pitchFamily="34" charset="0"/>
                <a:ea typeface="Calibri" panose="020F0502020204030204" pitchFamily="34" charset="0"/>
                <a:cs typeface="Calibri" panose="020F0502020204030204" pitchFamily="34" charset="0"/>
              </a:rPr>
              <a:t>R</a:t>
            </a:r>
            <a:r>
              <a:rPr lang="en-US" sz="4200">
                <a:latin typeface="Calibri" panose="020F0502020204030204" pitchFamily="34" charset="0"/>
                <a:ea typeface="Calibri" panose="020F0502020204030204" pitchFamily="34" charset="0"/>
                <a:cs typeface="Calibri" panose="020F0502020204030204" pitchFamily="34" charset="0"/>
              </a:rPr>
              <a:t>EADME</a:t>
            </a:r>
            <a:endParaRPr lang="en-DE" sz="42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1095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512BD2B3-5213-AE89-B245-3E2067844782}"/>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dirty="0">
                <a:latin typeface="Segoe UI" panose="020B0502040204020203" pitchFamily="34" charset="0"/>
                <a:cs typeface="Segoe UI" panose="020B0502040204020203" pitchFamily="34" charset="0"/>
              </a:rPr>
              <a:t>Hailey Phillips</a:t>
            </a:r>
            <a:endParaRPr lang="en-GB" b="1" i="1" dirty="0">
              <a:latin typeface="Segoe UI" panose="020B0502040204020203" pitchFamily="34" charset="0"/>
              <a:cs typeface="Segoe UI" panose="020B0502040204020203" pitchFamily="34" charset="0"/>
            </a:endParaRPr>
          </a:p>
        </p:txBody>
      </p:sp>
      <p:cxnSp>
        <p:nvCxnSpPr>
          <p:cNvPr id="4" name="Connecteur droit 5">
            <a:extLst>
              <a:ext uri="{FF2B5EF4-FFF2-40B4-BE49-F238E27FC236}">
                <a16:creationId xmlns:a16="http://schemas.microsoft.com/office/drawing/2014/main" id="{E9631884-5100-1BA8-2365-47609B2977D7}"/>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5" name="Titel 4">
            <a:extLst>
              <a:ext uri="{FF2B5EF4-FFF2-40B4-BE49-F238E27FC236}">
                <a16:creationId xmlns:a16="http://schemas.microsoft.com/office/drawing/2014/main" id="{EC34FE26-AFCF-2A09-DB2E-84FFA4D454A5}"/>
              </a:ext>
            </a:extLst>
          </p:cNvPr>
          <p:cNvSpPr>
            <a:spLocks noGrp="1"/>
          </p:cNvSpPr>
          <p:nvPr>
            <p:ph type="title" idx="4294967295"/>
          </p:nvPr>
        </p:nvSpPr>
        <p:spPr>
          <a:xfrm>
            <a:off x="863600" y="2672840"/>
            <a:ext cx="10515600" cy="1325563"/>
          </a:xfrm>
          <a:prstGeom prst="rect">
            <a:avLst/>
          </a:prstGeom>
        </p:spPr>
        <p:txBody>
          <a:bodyPr anchor="b" anchorCtr="0"/>
          <a:lstStyle/>
          <a:p>
            <a:pPr algn="ctr"/>
            <a:r>
              <a:rPr lang="en-DE" sz="6000" b="1">
                <a:solidFill>
                  <a:srgbClr val="346296"/>
                </a:solidFill>
                <a:latin typeface="Segoe UI Light" panose="020B0502040204020203" pitchFamily="34" charset="0"/>
                <a:cs typeface="Segoe UI Light" panose="020B0502040204020203" pitchFamily="34" charset="0"/>
              </a:rPr>
              <a:t>N</a:t>
            </a:r>
            <a:r>
              <a:rPr lang="en-US" sz="6000" b="1" dirty="0" err="1">
                <a:solidFill>
                  <a:srgbClr val="346296"/>
                </a:solidFill>
                <a:latin typeface="Segoe UI Light" panose="020B0502040204020203" pitchFamily="34" charset="0"/>
                <a:cs typeface="Segoe UI Light" panose="020B0502040204020203" pitchFamily="34" charset="0"/>
              </a:rPr>
              <a:t>ext</a:t>
            </a:r>
            <a:r>
              <a:rPr lang="en-US" sz="6000" b="1" dirty="0">
                <a:solidFill>
                  <a:srgbClr val="346296"/>
                </a:solidFill>
                <a:latin typeface="Segoe UI Light" panose="020B0502040204020203" pitchFamily="34" charset="0"/>
                <a:cs typeface="Segoe UI Light" panose="020B0502040204020203" pitchFamily="34" charset="0"/>
              </a:rPr>
              <a:t> Up:</a:t>
            </a:r>
            <a:endParaRPr lang="en-DE" sz="6000" b="1">
              <a:solidFill>
                <a:srgbClr val="346296"/>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315886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82643D59-896E-68AE-5BCA-3F8558F198EF}"/>
              </a:ext>
            </a:extLst>
          </p:cNvPr>
          <p:cNvSpPr txBox="1">
            <a:spLocks/>
          </p:cNvSpPr>
          <p:nvPr/>
        </p:nvSpPr>
        <p:spPr>
          <a:xfrm>
            <a:off x="838200" y="365125"/>
            <a:ext cx="973328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t>3</a:t>
            </a:r>
            <a:endParaRPr lang="en-GB"/>
          </a:p>
        </p:txBody>
      </p:sp>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solidFill>
                  <a:schemeClr val="bg1"/>
                </a:solidFill>
                <a:latin typeface="Stencil" panose="040409050D0802020404" pitchFamily="82" charset="0"/>
              </a:rPr>
              <a:t>3</a:t>
            </a:r>
            <a:endParaRPr lang="en-DE" sz="25000">
              <a:solidFill>
                <a:schemeClr val="bg1"/>
              </a:solidFill>
              <a:latin typeface="Stencil" panose="040409050D0802020404" pitchFamily="82" charset="0"/>
            </a:endParaRPr>
          </a:p>
        </p:txBody>
      </p:sp>
    </p:spTree>
    <p:extLst>
      <p:ext uri="{BB962C8B-B14F-4D97-AF65-F5344CB8AC3E}">
        <p14:creationId xmlns:p14="http://schemas.microsoft.com/office/powerpoint/2010/main" val="2970004164"/>
      </p:ext>
    </p:extLst>
  </p:cSld>
  <p:clrMapOvr>
    <a:masterClrMapping/>
  </p:clrMapOvr>
  <p:transition spd="slow" advTm="100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solidFill>
                  <a:schemeClr val="bg1"/>
                </a:solidFill>
                <a:latin typeface="Stencil" panose="040409050D0802020404" pitchFamily="82" charset="0"/>
              </a:rPr>
              <a:t>2</a:t>
            </a:r>
            <a:endParaRPr lang="en-DE" sz="25000">
              <a:solidFill>
                <a:schemeClr val="bg1"/>
              </a:solidFill>
              <a:latin typeface="Stencil" panose="040409050D0802020404" pitchFamily="82" charset="0"/>
            </a:endParaRPr>
          </a:p>
        </p:txBody>
      </p:sp>
    </p:spTree>
    <p:extLst>
      <p:ext uri="{BB962C8B-B14F-4D97-AF65-F5344CB8AC3E}">
        <p14:creationId xmlns:p14="http://schemas.microsoft.com/office/powerpoint/2010/main" val="986012733"/>
      </p:ext>
    </p:extLst>
  </p:cSld>
  <p:clrMapOvr>
    <a:masterClrMapping/>
  </p:clrMapOvr>
  <p:transition spd="slow" advTm="100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latin typeface="Stencil" panose="040409050D0802020404" pitchFamily="82" charset="0"/>
              </a:rPr>
              <a:t>1</a:t>
            </a:r>
            <a:endParaRPr lang="en-DE" sz="25000">
              <a:latin typeface="Stencil" panose="040409050D0802020404" pitchFamily="82" charset="0"/>
            </a:endParaRPr>
          </a:p>
        </p:txBody>
      </p:sp>
    </p:spTree>
    <p:extLst>
      <p:ext uri="{BB962C8B-B14F-4D97-AF65-F5344CB8AC3E}">
        <p14:creationId xmlns:p14="http://schemas.microsoft.com/office/powerpoint/2010/main" val="73231530"/>
      </p:ext>
    </p:extLst>
  </p:cSld>
  <p:clrMapOvr>
    <a:masterClrMapping/>
  </p:clrMapOvr>
  <p:transition spd="slow" advTm="100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FB22B504-146E-1966-17CE-BB797BC6083D}"/>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b="1" i="1" dirty="0"/>
              <a:t>Hailey Phillips</a:t>
            </a:r>
            <a:endParaRPr lang="en-GB" b="1" i="1" dirty="0"/>
          </a:p>
        </p:txBody>
      </p:sp>
      <p:cxnSp>
        <p:nvCxnSpPr>
          <p:cNvPr id="6" name="Connecteur droit 5">
            <a:extLst>
              <a:ext uri="{FF2B5EF4-FFF2-40B4-BE49-F238E27FC236}">
                <a16:creationId xmlns:a16="http://schemas.microsoft.com/office/drawing/2014/main" id="{A169C0FB-08C4-E3EC-573C-91852880EBAA}"/>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0E2348EB-2258-5792-670F-322202E630B4}"/>
              </a:ext>
            </a:extLst>
          </p:cNvPr>
          <p:cNvSpPr>
            <a:spLocks noGrp="1"/>
          </p:cNvSpPr>
          <p:nvPr>
            <p:ph type="title" idx="4294967295"/>
          </p:nvPr>
        </p:nvSpPr>
        <p:spPr>
          <a:xfrm>
            <a:off x="838200" y="2666707"/>
            <a:ext cx="10515600" cy="1325563"/>
          </a:xfrm>
          <a:prstGeom prst="rect">
            <a:avLst/>
          </a:prstGeom>
        </p:spPr>
        <p:txBody>
          <a:bodyPr anchor="b" anchorCtr="0"/>
          <a:lstStyle/>
          <a:p>
            <a:pPr algn="ctr"/>
            <a:r>
              <a:rPr lang="en-US" sz="6000" b="1" dirty="0" err="1">
                <a:solidFill>
                  <a:srgbClr val="346296"/>
                </a:solidFill>
                <a:latin typeface="+mn-lt"/>
              </a:rPr>
              <a:t>IntuneStack</a:t>
            </a:r>
            <a:endParaRPr lang="en-DE" sz="6000" b="1">
              <a:solidFill>
                <a:srgbClr val="346296"/>
              </a:solidFill>
              <a:latin typeface="+mn-lt"/>
            </a:endParaRPr>
          </a:p>
        </p:txBody>
      </p:sp>
    </p:spTree>
    <p:extLst>
      <p:ext uri="{BB962C8B-B14F-4D97-AF65-F5344CB8AC3E}">
        <p14:creationId xmlns:p14="http://schemas.microsoft.com/office/powerpoint/2010/main" val="2193816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1180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85C70A3F-032D-3845-C4FF-D1D8123EA72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4464" y="138689"/>
            <a:ext cx="2877561" cy="2877561"/>
          </a:xfrm>
          <a:prstGeom prst="rect">
            <a:avLst/>
          </a:prstGeom>
        </p:spPr>
      </p:pic>
      <p:pic>
        <p:nvPicPr>
          <p:cNvPr id="12" name="Image 11">
            <a:extLst>
              <a:ext uri="{FF2B5EF4-FFF2-40B4-BE49-F238E27FC236}">
                <a16:creationId xmlns:a16="http://schemas.microsoft.com/office/drawing/2014/main" id="{70EF223E-E276-FA64-7E13-D5514993EF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3208" y="2816615"/>
            <a:ext cx="853259" cy="853259"/>
          </a:xfrm>
          <a:prstGeom prst="rect">
            <a:avLst/>
          </a:prstGeom>
        </p:spPr>
      </p:pic>
      <p:pic>
        <p:nvPicPr>
          <p:cNvPr id="10" name="Image 9">
            <a:extLst>
              <a:ext uri="{FF2B5EF4-FFF2-40B4-BE49-F238E27FC236}">
                <a16:creationId xmlns:a16="http://schemas.microsoft.com/office/drawing/2014/main" id="{1C61D932-8164-6A8E-8206-03F5F97E43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18043" y="2816615"/>
            <a:ext cx="857773" cy="853259"/>
          </a:xfrm>
          <a:prstGeom prst="rect">
            <a:avLst/>
          </a:prstGeom>
        </p:spPr>
      </p:pic>
      <p:sp>
        <p:nvSpPr>
          <p:cNvPr id="5" name="Text Placeholder 2">
            <a:extLst>
              <a:ext uri="{FF2B5EF4-FFF2-40B4-BE49-F238E27FC236}">
                <a16:creationId xmlns:a16="http://schemas.microsoft.com/office/drawing/2014/main" id="{93312970-1382-905E-DF3A-5D367E6E7736}"/>
              </a:ext>
            </a:extLst>
          </p:cNvPr>
          <p:cNvSpPr txBox="1">
            <a:spLocks/>
          </p:cNvSpPr>
          <p:nvPr/>
        </p:nvSpPr>
        <p:spPr>
          <a:xfrm>
            <a:off x="3467314" y="2542031"/>
            <a:ext cx="7886486" cy="363493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dirty="0"/>
              <a:t>Principal Cloud Automation Engineer at SoftwareCentral</a:t>
            </a:r>
          </a:p>
          <a:p>
            <a:pPr lvl="0"/>
            <a:r>
              <a:rPr lang="en-US" dirty="0"/>
              <a:t>Microsoft MVP – Intune </a:t>
            </a:r>
            <a:r>
              <a:rPr lang="en-US"/>
              <a:t>and PowerShell</a:t>
            </a:r>
            <a:endParaRPr lang="en-US" dirty="0"/>
          </a:p>
          <a:p>
            <a:pPr lvl="0"/>
            <a:r>
              <a:rPr lang="en-US" dirty="0"/>
              <a:t>Love</a:t>
            </a:r>
          </a:p>
          <a:p>
            <a:pPr lvl="1"/>
            <a:r>
              <a:rPr lang="en-US" dirty="0"/>
              <a:t>Problems</a:t>
            </a:r>
          </a:p>
          <a:p>
            <a:pPr lvl="1"/>
            <a:r>
              <a:rPr lang="en-US" dirty="0"/>
              <a:t>Data </a:t>
            </a:r>
          </a:p>
          <a:p>
            <a:pPr lvl="1"/>
            <a:r>
              <a:rPr lang="en-US" dirty="0"/>
              <a:t>Organizing</a:t>
            </a:r>
          </a:p>
          <a:p>
            <a:pPr lvl="1"/>
            <a:r>
              <a:rPr lang="en-US" dirty="0"/>
              <a:t>Excel</a:t>
            </a:r>
          </a:p>
          <a:p>
            <a:pPr lvl="0"/>
            <a:r>
              <a:rPr lang="en-US" dirty="0"/>
              <a:t>Recreationally eating, powerlifting</a:t>
            </a:r>
          </a:p>
          <a:p>
            <a:pPr lvl="0"/>
            <a:endParaRPr lang="en-GB" dirty="0"/>
          </a:p>
          <a:p>
            <a:pPr>
              <a:buFont typeface="Wingdings" panose="05000000000000000000" pitchFamily="2" charset="2"/>
              <a:buChar char="§"/>
            </a:pPr>
            <a:endParaRPr lang="en-US" dirty="0"/>
          </a:p>
        </p:txBody>
      </p:sp>
      <p:sp>
        <p:nvSpPr>
          <p:cNvPr id="2" name="Titel 1">
            <a:extLst>
              <a:ext uri="{FF2B5EF4-FFF2-40B4-BE49-F238E27FC236}">
                <a16:creationId xmlns:a16="http://schemas.microsoft.com/office/drawing/2014/main" id="{B63F84C9-7486-D81C-EDE7-12CE856D5B81}"/>
              </a:ext>
            </a:extLst>
          </p:cNvPr>
          <p:cNvSpPr>
            <a:spLocks noGrp="1"/>
          </p:cNvSpPr>
          <p:nvPr>
            <p:ph type="title"/>
          </p:nvPr>
        </p:nvSpPr>
        <p:spPr>
          <a:xfrm>
            <a:off x="3467312" y="324852"/>
            <a:ext cx="7886485" cy="1325563"/>
          </a:xfrm>
        </p:spPr>
        <p:txBody>
          <a:bodyPr>
            <a:normAutofit/>
          </a:bodyPr>
          <a:lstStyle/>
          <a:p>
            <a:r>
              <a:rPr lang="en-US" sz="6600" dirty="0">
                <a:solidFill>
                  <a:srgbClr val="3B2A47"/>
                </a:solidFill>
                <a:latin typeface="+mn-lt"/>
                <a:ea typeface="+mn-ea"/>
                <a:cs typeface="+mn-cs"/>
              </a:rPr>
              <a:t>Hailey Phillips</a:t>
            </a:r>
            <a:endParaRPr lang="en-DE" sz="6600">
              <a:solidFill>
                <a:srgbClr val="3B2A47"/>
              </a:solidFill>
              <a:latin typeface="+mn-lt"/>
              <a:ea typeface="+mn-ea"/>
              <a:cs typeface="+mn-cs"/>
            </a:endParaRPr>
          </a:p>
        </p:txBody>
      </p:sp>
      <p:sp>
        <p:nvSpPr>
          <p:cNvPr id="4" name="Titel 1">
            <a:extLst>
              <a:ext uri="{FF2B5EF4-FFF2-40B4-BE49-F238E27FC236}">
                <a16:creationId xmlns:a16="http://schemas.microsoft.com/office/drawing/2014/main" id="{A875871B-A75A-3C7C-154D-2B7D1BF25857}"/>
              </a:ext>
            </a:extLst>
          </p:cNvPr>
          <p:cNvSpPr txBox="1">
            <a:spLocks/>
          </p:cNvSpPr>
          <p:nvPr/>
        </p:nvSpPr>
        <p:spPr>
          <a:xfrm>
            <a:off x="3467312" y="1396794"/>
            <a:ext cx="4972600" cy="50178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2400" b="0" dirty="0">
                <a:solidFill>
                  <a:srgbClr val="3B2A47"/>
                </a:solidFill>
                <a:latin typeface="+mn-lt"/>
                <a:ea typeface="+mn-ea"/>
                <a:cs typeface="+mn-cs"/>
              </a:rPr>
              <a:t>(</a:t>
            </a:r>
            <a:r>
              <a:rPr lang="en-US" sz="2400" b="0" i="1" dirty="0">
                <a:solidFill>
                  <a:srgbClr val="3B2A47"/>
                </a:solidFill>
                <a:latin typeface="+mn-lt"/>
                <a:ea typeface="+mn-ea"/>
                <a:cs typeface="+mn-cs"/>
              </a:rPr>
              <a:t>She/Her</a:t>
            </a:r>
            <a:r>
              <a:rPr lang="en-US" sz="2400" b="0" dirty="0">
                <a:solidFill>
                  <a:srgbClr val="3B2A47"/>
                </a:solidFill>
                <a:latin typeface="+mn-lt"/>
                <a:ea typeface="+mn-ea"/>
                <a:cs typeface="+mn-cs"/>
              </a:rPr>
              <a:t>)</a:t>
            </a:r>
            <a:endParaRPr lang="en-DE" sz="2400" b="0">
              <a:solidFill>
                <a:srgbClr val="3B2A47"/>
              </a:solidFill>
              <a:latin typeface="+mn-lt"/>
              <a:ea typeface="+mn-ea"/>
              <a:cs typeface="+mn-cs"/>
            </a:endParaRPr>
          </a:p>
        </p:txBody>
      </p:sp>
    </p:spTree>
    <p:extLst>
      <p:ext uri="{BB962C8B-B14F-4D97-AF65-F5344CB8AC3E}">
        <p14:creationId xmlns:p14="http://schemas.microsoft.com/office/powerpoint/2010/main" val="751095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7214E-25C8-E023-82EA-0BE9162EFBC0}"/>
              </a:ext>
            </a:extLst>
          </p:cNvPr>
          <p:cNvSpPr>
            <a:spLocks noGrp="1"/>
          </p:cNvSpPr>
          <p:nvPr>
            <p:ph type="title"/>
          </p:nvPr>
        </p:nvSpPr>
        <p:spPr/>
        <p:txBody>
          <a:bodyPr/>
          <a:lstStyle/>
          <a:p>
            <a:r>
              <a:rPr lang="en-US" dirty="0"/>
              <a:t>Problem</a:t>
            </a:r>
          </a:p>
        </p:txBody>
      </p:sp>
      <p:sp>
        <p:nvSpPr>
          <p:cNvPr id="3" name="Content Placeholder 2">
            <a:extLst>
              <a:ext uri="{FF2B5EF4-FFF2-40B4-BE49-F238E27FC236}">
                <a16:creationId xmlns:a16="http://schemas.microsoft.com/office/drawing/2014/main" id="{6B90D9A6-79AB-8FC7-EB03-3B869A4C0724}"/>
              </a:ext>
            </a:extLst>
          </p:cNvPr>
          <p:cNvSpPr>
            <a:spLocks noGrp="1"/>
          </p:cNvSpPr>
          <p:nvPr>
            <p:ph idx="1"/>
          </p:nvPr>
        </p:nvSpPr>
        <p:spPr/>
        <p:txBody>
          <a:bodyPr>
            <a:normAutofit/>
          </a:bodyPr>
          <a:lstStyle/>
          <a:p>
            <a:r>
              <a:rPr lang="en-US" dirty="0"/>
              <a:t>Intune changes hurt</a:t>
            </a:r>
          </a:p>
          <a:p>
            <a:pPr lvl="1"/>
            <a:r>
              <a:rPr lang="en-US" dirty="0"/>
              <a:t> how many devices has this impacted?</a:t>
            </a:r>
          </a:p>
          <a:p>
            <a:pPr lvl="1"/>
            <a:r>
              <a:rPr lang="en-US" dirty="0"/>
              <a:t>Why did it fail?</a:t>
            </a:r>
          </a:p>
          <a:p>
            <a:r>
              <a:rPr lang="en-US" dirty="0"/>
              <a:t>Drift</a:t>
            </a:r>
          </a:p>
          <a:p>
            <a:r>
              <a:rPr lang="en-US" dirty="0"/>
              <a:t>Rollback</a:t>
            </a:r>
          </a:p>
          <a:p>
            <a:endParaRPr lang="en-US" dirty="0"/>
          </a:p>
          <a:p>
            <a:endParaRPr lang="en-US" dirty="0"/>
          </a:p>
        </p:txBody>
      </p:sp>
    </p:spTree>
    <p:extLst>
      <p:ext uri="{BB962C8B-B14F-4D97-AF65-F5344CB8AC3E}">
        <p14:creationId xmlns:p14="http://schemas.microsoft.com/office/powerpoint/2010/main" val="3992637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3F34B-A5BC-A383-285B-A73011D2B09E}"/>
              </a:ext>
            </a:extLst>
          </p:cNvPr>
          <p:cNvSpPr>
            <a:spLocks noGrp="1"/>
          </p:cNvSpPr>
          <p:nvPr>
            <p:ph type="title"/>
          </p:nvPr>
        </p:nvSpPr>
        <p:spPr/>
        <p:txBody>
          <a:bodyPr/>
          <a:lstStyle/>
          <a:p>
            <a:r>
              <a:rPr lang="en-US" dirty="0"/>
              <a:t>Intune Workflow</a:t>
            </a:r>
          </a:p>
        </p:txBody>
      </p:sp>
      <p:graphicFrame>
        <p:nvGraphicFramePr>
          <p:cNvPr id="5" name="Content Placeholder 4">
            <a:extLst>
              <a:ext uri="{FF2B5EF4-FFF2-40B4-BE49-F238E27FC236}">
                <a16:creationId xmlns:a16="http://schemas.microsoft.com/office/drawing/2014/main" id="{078E02C9-5247-7775-8209-5C859443B114}"/>
              </a:ext>
            </a:extLst>
          </p:cNvPr>
          <p:cNvGraphicFramePr>
            <a:graphicFrameLocks noGrp="1"/>
          </p:cNvGraphicFramePr>
          <p:nvPr>
            <p:ph idx="1"/>
            <p:extLst>
              <p:ext uri="{D42A27DB-BD31-4B8C-83A1-F6EECF244321}">
                <p14:modId xmlns:p14="http://schemas.microsoft.com/office/powerpoint/2010/main" val="134735123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0763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D44C7-99B2-DDCC-FD58-E062CF791945}"/>
              </a:ext>
            </a:extLst>
          </p:cNvPr>
          <p:cNvSpPr>
            <a:spLocks noGrp="1"/>
          </p:cNvSpPr>
          <p:nvPr>
            <p:ph type="title"/>
          </p:nvPr>
        </p:nvSpPr>
        <p:spPr/>
        <p:txBody>
          <a:bodyPr/>
          <a:lstStyle/>
          <a:p>
            <a:r>
              <a:rPr lang="en-US" dirty="0"/>
              <a:t>Drift Problem</a:t>
            </a:r>
          </a:p>
        </p:txBody>
      </p:sp>
      <p:sp>
        <p:nvSpPr>
          <p:cNvPr id="3" name="Text Placeholder 2">
            <a:extLst>
              <a:ext uri="{FF2B5EF4-FFF2-40B4-BE49-F238E27FC236}">
                <a16:creationId xmlns:a16="http://schemas.microsoft.com/office/drawing/2014/main" id="{20D19A25-6272-49FF-72F6-A152BF8B544D}"/>
              </a:ext>
            </a:extLst>
          </p:cNvPr>
          <p:cNvSpPr>
            <a:spLocks noGrp="1"/>
          </p:cNvSpPr>
          <p:nvPr>
            <p:ph type="body" idx="1"/>
          </p:nvPr>
        </p:nvSpPr>
        <p:spPr/>
        <p:txBody>
          <a:bodyPr/>
          <a:lstStyle/>
          <a:p>
            <a:r>
              <a:rPr lang="en-US" dirty="0"/>
              <a:t>What You Documented</a:t>
            </a:r>
          </a:p>
        </p:txBody>
      </p:sp>
      <p:sp>
        <p:nvSpPr>
          <p:cNvPr id="4" name="Content Placeholder 3">
            <a:extLst>
              <a:ext uri="{FF2B5EF4-FFF2-40B4-BE49-F238E27FC236}">
                <a16:creationId xmlns:a16="http://schemas.microsoft.com/office/drawing/2014/main" id="{E15E5AFA-3D47-C30D-DE0F-C4F277AB32A0}"/>
              </a:ext>
            </a:extLst>
          </p:cNvPr>
          <p:cNvSpPr>
            <a:spLocks noGrp="1"/>
          </p:cNvSpPr>
          <p:nvPr>
            <p:ph sz="half" idx="2"/>
          </p:nvPr>
        </p:nvSpPr>
        <p:spPr/>
        <p:txBody>
          <a:bodyPr/>
          <a:lstStyle/>
          <a:p>
            <a:r>
              <a:rPr lang="en-US" dirty="0"/>
              <a:t>Compliance-Win11-Baseline-v2</a:t>
            </a:r>
          </a:p>
          <a:p>
            <a:pPr lvl="1"/>
            <a:r>
              <a:rPr lang="en-US" dirty="0" err="1"/>
              <a:t>Bitlocker</a:t>
            </a:r>
            <a:r>
              <a:rPr lang="en-US" dirty="0"/>
              <a:t> required</a:t>
            </a:r>
          </a:p>
          <a:p>
            <a:pPr lvl="1"/>
            <a:r>
              <a:rPr lang="en-US" dirty="0"/>
              <a:t>PIN minimum 6 digits</a:t>
            </a:r>
          </a:p>
          <a:p>
            <a:pPr lvl="1"/>
            <a:r>
              <a:rPr lang="en-US" dirty="0"/>
              <a:t>OS version &gt; 22H2</a:t>
            </a:r>
          </a:p>
        </p:txBody>
      </p:sp>
      <p:sp>
        <p:nvSpPr>
          <p:cNvPr id="5" name="Text Placeholder 4">
            <a:extLst>
              <a:ext uri="{FF2B5EF4-FFF2-40B4-BE49-F238E27FC236}">
                <a16:creationId xmlns:a16="http://schemas.microsoft.com/office/drawing/2014/main" id="{1CF88407-5614-286B-F317-3576409BFDC8}"/>
              </a:ext>
            </a:extLst>
          </p:cNvPr>
          <p:cNvSpPr>
            <a:spLocks noGrp="1"/>
          </p:cNvSpPr>
          <p:nvPr>
            <p:ph type="body" sz="quarter" idx="3"/>
          </p:nvPr>
        </p:nvSpPr>
        <p:spPr/>
        <p:txBody>
          <a:bodyPr/>
          <a:lstStyle/>
          <a:p>
            <a:r>
              <a:rPr lang="en-US" dirty="0"/>
              <a:t>What’s in the Tenant</a:t>
            </a:r>
          </a:p>
        </p:txBody>
      </p:sp>
      <p:sp>
        <p:nvSpPr>
          <p:cNvPr id="6" name="Content Placeholder 5">
            <a:extLst>
              <a:ext uri="{FF2B5EF4-FFF2-40B4-BE49-F238E27FC236}">
                <a16:creationId xmlns:a16="http://schemas.microsoft.com/office/drawing/2014/main" id="{D17EA346-5E31-0D8B-DC0C-C358F2913EDE}"/>
              </a:ext>
            </a:extLst>
          </p:cNvPr>
          <p:cNvSpPr>
            <a:spLocks noGrp="1"/>
          </p:cNvSpPr>
          <p:nvPr>
            <p:ph sz="quarter" idx="4"/>
          </p:nvPr>
        </p:nvSpPr>
        <p:spPr/>
        <p:txBody>
          <a:bodyPr/>
          <a:lstStyle/>
          <a:p>
            <a:r>
              <a:rPr lang="en-US" dirty="0"/>
              <a:t>Compliance-Win11-Baseline-v2</a:t>
            </a:r>
          </a:p>
          <a:p>
            <a:pPr lvl="1"/>
            <a:r>
              <a:rPr lang="en-US" dirty="0" err="1"/>
              <a:t>Bitlocker</a:t>
            </a:r>
            <a:r>
              <a:rPr lang="en-US" dirty="0"/>
              <a:t> required</a:t>
            </a:r>
          </a:p>
          <a:p>
            <a:pPr lvl="1"/>
            <a:r>
              <a:rPr lang="en-US" dirty="0"/>
              <a:t>PIN minimum 4 digits</a:t>
            </a:r>
          </a:p>
          <a:p>
            <a:pPr lvl="1"/>
            <a:r>
              <a:rPr lang="en-US" dirty="0"/>
              <a:t>OS version &gt; 22H2</a:t>
            </a:r>
          </a:p>
          <a:p>
            <a:pPr lvl="1"/>
            <a:r>
              <a:rPr lang="en-US" dirty="0"/>
              <a:t>+ 3 settings</a:t>
            </a:r>
          </a:p>
          <a:p>
            <a:pPr lvl="1"/>
            <a:endParaRPr lang="en-US" dirty="0"/>
          </a:p>
        </p:txBody>
      </p:sp>
    </p:spTree>
    <p:extLst>
      <p:ext uri="{BB962C8B-B14F-4D97-AF65-F5344CB8AC3E}">
        <p14:creationId xmlns:p14="http://schemas.microsoft.com/office/powerpoint/2010/main" val="3304212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106CB-905C-0A7E-D4FC-883393711557}"/>
              </a:ext>
            </a:extLst>
          </p:cNvPr>
          <p:cNvSpPr>
            <a:spLocks noGrp="1"/>
          </p:cNvSpPr>
          <p:nvPr>
            <p:ph type="title"/>
          </p:nvPr>
        </p:nvSpPr>
        <p:spPr/>
        <p:txBody>
          <a:bodyPr/>
          <a:lstStyle/>
          <a:p>
            <a:r>
              <a:rPr lang="en-US" dirty="0"/>
              <a:t>Rollback Problem</a:t>
            </a:r>
          </a:p>
        </p:txBody>
      </p:sp>
      <p:sp>
        <p:nvSpPr>
          <p:cNvPr id="3" name="Content Placeholder 2">
            <a:extLst>
              <a:ext uri="{FF2B5EF4-FFF2-40B4-BE49-F238E27FC236}">
                <a16:creationId xmlns:a16="http://schemas.microsoft.com/office/drawing/2014/main" id="{0A8C5A9D-7B3F-799A-7F1F-8CD3EECAC101}"/>
              </a:ext>
            </a:extLst>
          </p:cNvPr>
          <p:cNvSpPr>
            <a:spLocks noGrp="1"/>
          </p:cNvSpPr>
          <p:nvPr>
            <p:ph idx="1"/>
          </p:nvPr>
        </p:nvSpPr>
        <p:spPr/>
        <p:txBody>
          <a:bodyPr/>
          <a:lstStyle/>
          <a:p>
            <a:r>
              <a:rPr lang="en-US" dirty="0"/>
              <a:t>How many undo buttons in Intune Admin Center?</a:t>
            </a:r>
          </a:p>
          <a:p>
            <a:pPr lvl="1"/>
            <a:r>
              <a:rPr lang="en-US" dirty="0"/>
              <a:t>0 </a:t>
            </a:r>
          </a:p>
        </p:txBody>
      </p:sp>
    </p:spTree>
    <p:extLst>
      <p:ext uri="{BB962C8B-B14F-4D97-AF65-F5344CB8AC3E}">
        <p14:creationId xmlns:p14="http://schemas.microsoft.com/office/powerpoint/2010/main" val="620957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64DA-A923-192B-232C-6D94126A462D}"/>
              </a:ext>
            </a:extLst>
          </p:cNvPr>
          <p:cNvSpPr>
            <a:spLocks noGrp="1"/>
          </p:cNvSpPr>
          <p:nvPr>
            <p:ph type="title"/>
          </p:nvPr>
        </p:nvSpPr>
        <p:spPr/>
        <p:txBody>
          <a:bodyPr>
            <a:normAutofit/>
          </a:bodyPr>
          <a:lstStyle/>
          <a:p>
            <a:r>
              <a:rPr lang="en-US" dirty="0"/>
              <a:t>Mindset Shift</a:t>
            </a:r>
          </a:p>
        </p:txBody>
      </p:sp>
      <p:sp>
        <p:nvSpPr>
          <p:cNvPr id="3" name="Content Placeholder 2">
            <a:extLst>
              <a:ext uri="{FF2B5EF4-FFF2-40B4-BE49-F238E27FC236}">
                <a16:creationId xmlns:a16="http://schemas.microsoft.com/office/drawing/2014/main" id="{16B42416-DD41-8B29-3B99-F647F75108C8}"/>
              </a:ext>
            </a:extLst>
          </p:cNvPr>
          <p:cNvSpPr>
            <a:spLocks noGrp="1"/>
          </p:cNvSpPr>
          <p:nvPr>
            <p:ph idx="1"/>
          </p:nvPr>
        </p:nvSpPr>
        <p:spPr/>
        <p:txBody>
          <a:bodyPr/>
          <a:lstStyle/>
          <a:p>
            <a:r>
              <a:rPr lang="en-US" dirty="0"/>
              <a:t>Everything feels like prod (because it is)</a:t>
            </a:r>
          </a:p>
          <a:p>
            <a:r>
              <a:rPr lang="en-US" dirty="0"/>
              <a:t>Asking what if?</a:t>
            </a:r>
          </a:p>
          <a:p>
            <a:pPr lvl="1"/>
            <a:r>
              <a:rPr lang="en-US" dirty="0"/>
              <a:t>Dev, Test, Prod not just environments? </a:t>
            </a:r>
          </a:p>
          <a:p>
            <a:pPr marL="0" indent="0">
              <a:buNone/>
            </a:pPr>
            <a:endParaRPr lang="en-US" dirty="0"/>
          </a:p>
        </p:txBody>
      </p:sp>
    </p:spTree>
    <p:extLst>
      <p:ext uri="{BB962C8B-B14F-4D97-AF65-F5344CB8AC3E}">
        <p14:creationId xmlns:p14="http://schemas.microsoft.com/office/powerpoint/2010/main" val="775630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15194-E6E6-3C65-2FD8-35BB016EEF77}"/>
              </a:ext>
            </a:extLst>
          </p:cNvPr>
          <p:cNvSpPr>
            <a:spLocks noGrp="1"/>
          </p:cNvSpPr>
          <p:nvPr>
            <p:ph type="title"/>
          </p:nvPr>
        </p:nvSpPr>
        <p:spPr/>
        <p:txBody>
          <a:bodyPr/>
          <a:lstStyle/>
          <a:p>
            <a:r>
              <a:rPr lang="en-US" dirty="0"/>
              <a:t>Components</a:t>
            </a:r>
          </a:p>
        </p:txBody>
      </p:sp>
      <p:sp>
        <p:nvSpPr>
          <p:cNvPr id="3" name="Content Placeholder 2">
            <a:extLst>
              <a:ext uri="{FF2B5EF4-FFF2-40B4-BE49-F238E27FC236}">
                <a16:creationId xmlns:a16="http://schemas.microsoft.com/office/drawing/2014/main" id="{B3D0B793-54DC-E12A-57EE-7FF4F3B951D3}"/>
              </a:ext>
            </a:extLst>
          </p:cNvPr>
          <p:cNvSpPr>
            <a:spLocks noGrp="1"/>
          </p:cNvSpPr>
          <p:nvPr>
            <p:ph idx="1"/>
          </p:nvPr>
        </p:nvSpPr>
        <p:spPr/>
        <p:txBody>
          <a:bodyPr/>
          <a:lstStyle/>
          <a:p>
            <a:endParaRPr lang="en-US" dirty="0"/>
          </a:p>
        </p:txBody>
      </p:sp>
      <p:graphicFrame>
        <p:nvGraphicFramePr>
          <p:cNvPr id="5" name="Diagram 4">
            <a:extLst>
              <a:ext uri="{FF2B5EF4-FFF2-40B4-BE49-F238E27FC236}">
                <a16:creationId xmlns:a16="http://schemas.microsoft.com/office/drawing/2014/main" id="{4F5F7F2C-4A14-3E81-3286-4724A77BDA44}"/>
              </a:ext>
            </a:extLst>
          </p:cNvPr>
          <p:cNvGraphicFramePr/>
          <p:nvPr>
            <p:extLst>
              <p:ext uri="{D42A27DB-BD31-4B8C-83A1-F6EECF244321}">
                <p14:modId xmlns:p14="http://schemas.microsoft.com/office/powerpoint/2010/main" val="2726485569"/>
              </p:ext>
            </p:extLst>
          </p:nvPr>
        </p:nvGraphicFramePr>
        <p:xfrm>
          <a:off x="1054100" y="1700213"/>
          <a:ext cx="7759700" cy="4312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4345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167248-C99C-E892-89E1-4CBB81F02F90}"/>
              </a:ext>
            </a:extLst>
          </p:cNvPr>
          <p:cNvSpPr>
            <a:spLocks noGrp="1"/>
          </p:cNvSpPr>
          <p:nvPr>
            <p:ph type="title"/>
          </p:nvPr>
        </p:nvSpPr>
        <p:spPr>
          <a:xfrm>
            <a:off x="831850" y="529389"/>
            <a:ext cx="10515600" cy="1004637"/>
          </a:xfrm>
        </p:spPr>
        <p:txBody>
          <a:bodyPr/>
          <a:lstStyle/>
          <a:p>
            <a:r>
              <a:rPr lang="en-GB"/>
              <a:t>Demos</a:t>
            </a:r>
          </a:p>
        </p:txBody>
      </p:sp>
      <p:sp>
        <p:nvSpPr>
          <p:cNvPr id="5" name="Text Placeholder 4">
            <a:extLst>
              <a:ext uri="{FF2B5EF4-FFF2-40B4-BE49-F238E27FC236}">
                <a16:creationId xmlns:a16="http://schemas.microsoft.com/office/drawing/2014/main" id="{2CACAFC7-78CB-98F9-FEF3-D3E8C9FF6E6F}"/>
              </a:ext>
            </a:extLst>
          </p:cNvPr>
          <p:cNvSpPr>
            <a:spLocks noGrp="1"/>
          </p:cNvSpPr>
          <p:nvPr>
            <p:ph type="body" idx="1"/>
          </p:nvPr>
        </p:nvSpPr>
        <p:spPr>
          <a:xfrm>
            <a:off x="831850" y="1653758"/>
            <a:ext cx="10515600" cy="1500187"/>
          </a:xfrm>
        </p:spPr>
        <p:txBody>
          <a:bodyPr/>
          <a:lstStyle/>
          <a:p>
            <a:r>
              <a:rPr lang="en-GB" dirty="0"/>
              <a:t>Off to see the code</a:t>
            </a:r>
          </a:p>
        </p:txBody>
      </p:sp>
    </p:spTree>
    <p:extLst>
      <p:ext uri="{BB962C8B-B14F-4D97-AF65-F5344CB8AC3E}">
        <p14:creationId xmlns:p14="http://schemas.microsoft.com/office/powerpoint/2010/main" val="3317259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4220C-B260-E2B6-4530-C0499DFF36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CDEC65-7BB7-E3A0-DB52-C95DEA1ABBFD}"/>
              </a:ext>
            </a:extLst>
          </p:cNvPr>
          <p:cNvSpPr>
            <a:spLocks noGrp="1"/>
          </p:cNvSpPr>
          <p:nvPr>
            <p:ph type="title"/>
          </p:nvPr>
        </p:nvSpPr>
        <p:spPr/>
        <p:txBody>
          <a:bodyPr/>
          <a:lstStyle/>
          <a:p>
            <a:r>
              <a:rPr lang="en-US" dirty="0"/>
              <a:t>Shipping Intune Now</a:t>
            </a:r>
          </a:p>
        </p:txBody>
      </p:sp>
      <p:pic>
        <p:nvPicPr>
          <p:cNvPr id="7" name="Content Placeholder 6">
            <a:extLst>
              <a:ext uri="{FF2B5EF4-FFF2-40B4-BE49-F238E27FC236}">
                <a16:creationId xmlns:a16="http://schemas.microsoft.com/office/drawing/2014/main" id="{ED685636-51AD-A63F-53F9-542A6BAEA3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296295"/>
            <a:ext cx="8280400" cy="5561705"/>
          </a:xfrm>
          <a:prstGeom prst="rect">
            <a:avLst/>
          </a:prstGeom>
        </p:spPr>
      </p:pic>
    </p:spTree>
    <p:extLst>
      <p:ext uri="{BB962C8B-B14F-4D97-AF65-F5344CB8AC3E}">
        <p14:creationId xmlns:p14="http://schemas.microsoft.com/office/powerpoint/2010/main" val="165873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063F7B61-5334-421F-9456-A905D333F4B3}"/>
              </a:ext>
            </a:extLst>
          </p:cNvPr>
          <p:cNvSpPr txBox="1">
            <a:spLocks/>
          </p:cNvSpPr>
          <p:nvPr/>
        </p:nvSpPr>
        <p:spPr>
          <a:xfrm>
            <a:off x="831850" y="529389"/>
            <a:ext cx="10515600" cy="10046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GB"/>
              <a:t>Q&amp;A</a:t>
            </a:r>
          </a:p>
        </p:txBody>
      </p:sp>
      <p:sp>
        <p:nvSpPr>
          <p:cNvPr id="10" name="Text Placeholder 4">
            <a:extLst>
              <a:ext uri="{FF2B5EF4-FFF2-40B4-BE49-F238E27FC236}">
                <a16:creationId xmlns:a16="http://schemas.microsoft.com/office/drawing/2014/main" id="{E7911686-C4FE-022C-2490-99F4F5BFDF39}"/>
              </a:ext>
            </a:extLst>
          </p:cNvPr>
          <p:cNvSpPr txBox="1">
            <a:spLocks/>
          </p:cNvSpPr>
          <p:nvPr/>
        </p:nvSpPr>
        <p:spPr>
          <a:xfrm>
            <a:off x="831850" y="1653758"/>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GB"/>
              <a:t>15 minutes</a:t>
            </a:r>
          </a:p>
        </p:txBody>
      </p:sp>
      <p:pic>
        <p:nvPicPr>
          <p:cNvPr id="2" name="Picture 2">
            <a:extLst>
              <a:ext uri="{FF2B5EF4-FFF2-40B4-BE49-F238E27FC236}">
                <a16:creationId xmlns:a16="http://schemas.microsoft.com/office/drawing/2014/main" id="{04697E65-3DA9-6EF3-472C-734FB98C3839}"/>
              </a:ext>
            </a:extLst>
          </p:cNvPr>
          <p:cNvPicPr>
            <a:picLocks noChangeAspect="1"/>
          </p:cNvPicPr>
          <p:nvPr/>
        </p:nvPicPr>
        <p:blipFill>
          <a:blip r:embed="rId2"/>
          <a:stretch>
            <a:fillRect/>
          </a:stretch>
        </p:blipFill>
        <p:spPr>
          <a:xfrm>
            <a:off x="2731477" y="1770873"/>
            <a:ext cx="6729046" cy="35917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34842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C2B4B-CF61-3DC5-6221-F5F99F86F619}"/>
            </a:ext>
          </a:extLst>
        </p:cNvPr>
        <p:cNvGrpSpPr/>
        <p:nvPr/>
      </p:nvGrpSpPr>
      <p:grpSpPr>
        <a:xfrm>
          <a:off x="0" y="0"/>
          <a:ext cx="0" cy="0"/>
          <a:chOff x="0" y="0"/>
          <a:chExt cx="0" cy="0"/>
        </a:xfrm>
      </p:grpSpPr>
      <p:sp>
        <p:nvSpPr>
          <p:cNvPr id="9" name="Title 3">
            <a:extLst>
              <a:ext uri="{FF2B5EF4-FFF2-40B4-BE49-F238E27FC236}">
                <a16:creationId xmlns:a16="http://schemas.microsoft.com/office/drawing/2014/main" id="{0AFF23A2-578F-B7AD-CC96-F1E75AA0FD82}"/>
              </a:ext>
            </a:extLst>
          </p:cNvPr>
          <p:cNvSpPr txBox="1">
            <a:spLocks/>
          </p:cNvSpPr>
          <p:nvPr/>
        </p:nvSpPr>
        <p:spPr>
          <a:xfrm>
            <a:off x="831850" y="529389"/>
            <a:ext cx="10515600" cy="10046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GB"/>
              <a:t>GIVE ME FEEDBACK</a:t>
            </a:r>
          </a:p>
        </p:txBody>
      </p:sp>
      <p:sp>
        <p:nvSpPr>
          <p:cNvPr id="4" name="Rectangle 3">
            <a:extLst>
              <a:ext uri="{FF2B5EF4-FFF2-40B4-BE49-F238E27FC236}">
                <a16:creationId xmlns:a16="http://schemas.microsoft.com/office/drawing/2014/main" id="{C98D9FEC-D0B6-03AA-2C12-1CA5AE4EB596}"/>
              </a:ext>
            </a:extLst>
          </p:cNvPr>
          <p:cNvSpPr/>
          <p:nvPr/>
        </p:nvSpPr>
        <p:spPr>
          <a:xfrm>
            <a:off x="3831771" y="2046514"/>
            <a:ext cx="3868058" cy="3868058"/>
          </a:xfrm>
          <a:prstGeom prst="rect">
            <a:avLst/>
          </a:prstGeom>
          <a:noFill/>
          <a:ln w="38100">
            <a:solidFill>
              <a:srgbClr val="3B2A47"/>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prstDash val="dash"/>
              </a:ln>
            </a:endParaRPr>
          </a:p>
        </p:txBody>
      </p:sp>
      <p:pic>
        <p:nvPicPr>
          <p:cNvPr id="2" name="Graphique 5">
            <a:extLst>
              <a:ext uri="{FF2B5EF4-FFF2-40B4-BE49-F238E27FC236}">
                <a16:creationId xmlns:a16="http://schemas.microsoft.com/office/drawing/2014/main" id="{8C7569A3-761E-DEAA-1C30-F448FEB741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3433" y="1514958"/>
            <a:ext cx="1679652" cy="1865420"/>
          </a:xfrm>
          <a:prstGeom prst="rect">
            <a:avLst/>
          </a:prstGeom>
        </p:spPr>
      </p:pic>
      <p:pic>
        <p:nvPicPr>
          <p:cNvPr id="5" name="Picture 4">
            <a:extLst>
              <a:ext uri="{FF2B5EF4-FFF2-40B4-BE49-F238E27FC236}">
                <a16:creationId xmlns:a16="http://schemas.microsoft.com/office/drawing/2014/main" id="{A3E0FDE7-4496-0239-4052-D61F2CDB1D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3085" y="1836352"/>
            <a:ext cx="4366382" cy="4492259"/>
          </a:xfrm>
          <a:prstGeom prst="rect">
            <a:avLst/>
          </a:prstGeom>
        </p:spPr>
      </p:pic>
    </p:spTree>
    <p:extLst>
      <p:ext uri="{BB962C8B-B14F-4D97-AF65-F5344CB8AC3E}">
        <p14:creationId xmlns:p14="http://schemas.microsoft.com/office/powerpoint/2010/main" val="923274605"/>
      </p:ext>
    </p:extLst>
  </p:cSld>
  <p:clrMapOvr>
    <a:masterClrMapping/>
  </p:clrMapOvr>
</p:sld>
</file>

<file path=ppt/theme/theme1.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peaker's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a:themeElements>
    <a:clrScheme name="PSConfEU">
      <a:dk1>
        <a:sysClr val="windowText" lastClr="000000"/>
      </a:dk1>
      <a:lt1>
        <a:sysClr val="window" lastClr="FFFFFF"/>
      </a:lt1>
      <a:dk2>
        <a:srgbClr val="44546A"/>
      </a:dk2>
      <a:lt2>
        <a:srgbClr val="E7E6E6"/>
      </a:lt2>
      <a:accent1>
        <a:srgbClr val="326198"/>
      </a:accent1>
      <a:accent2>
        <a:srgbClr val="ED7D31"/>
      </a:accent2>
      <a:accent3>
        <a:srgbClr val="A5A5A5"/>
      </a:accent3>
      <a:accent4>
        <a:srgbClr val="FFC000"/>
      </a:accent4>
      <a:accent5>
        <a:srgbClr val="5B9BD5"/>
      </a:accent5>
      <a:accent6>
        <a:srgbClr val="70AD47"/>
      </a:accent6>
      <a:hlink>
        <a:srgbClr val="0563C1"/>
      </a:hlink>
      <a:folHlink>
        <a:srgbClr val="0563C1"/>
      </a:folHlink>
    </a:clrScheme>
    <a:fontScheme name="PSConfEU202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Sponsor slid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33502FDC476714EB47BD1BE2BFD7B3D" ma:contentTypeVersion="13" ma:contentTypeDescription="Create a new document." ma:contentTypeScope="" ma:versionID="0d4fb5ca5076182280cb93c7d6bdff79">
  <xsd:schema xmlns:xsd="http://www.w3.org/2001/XMLSchema" xmlns:xs="http://www.w3.org/2001/XMLSchema" xmlns:p="http://schemas.microsoft.com/office/2006/metadata/properties" xmlns:ns2="abdc9a1f-962e-4235-838d-61f9c438f4db" xmlns:ns3="de47e97d-64fd-4aef-b10e-fd7d6cfcfcf4" targetNamespace="http://schemas.microsoft.com/office/2006/metadata/properties" ma:root="true" ma:fieldsID="da14a0effa8c0f0120811d0692d695e7" ns2:_="" ns3:_="">
    <xsd:import namespace="abdc9a1f-962e-4235-838d-61f9c438f4db"/>
    <xsd:import namespace="de47e97d-64fd-4aef-b10e-fd7d6cfcfcf4"/>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dc9a1f-962e-4235-838d-61f9c438f4db"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bd613703-4b30-4a23-b3bf-9e58a81c4af7"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e47e97d-64fd-4aef-b10e-fd7d6cfcfcf4"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2f96598e-1e7b-44ab-a102-458ae76ccdba}" ma:internalName="TaxCatchAll" ma:showField="CatchAllData" ma:web="de47e97d-64fd-4aef-b10e-fd7d6cfcfcf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bdc9a1f-962e-4235-838d-61f9c438f4db">
      <Terms xmlns="http://schemas.microsoft.com/office/infopath/2007/PartnerControls"/>
    </lcf76f155ced4ddcb4097134ff3c332f>
    <TaxCatchAll xmlns="de47e97d-64fd-4aef-b10e-fd7d6cfcfcf4" xsi:nil="true"/>
  </documentManagement>
</p:properties>
</file>

<file path=customXml/itemProps1.xml><?xml version="1.0" encoding="utf-8"?>
<ds:datastoreItem xmlns:ds="http://schemas.openxmlformats.org/officeDocument/2006/customXml" ds:itemID="{57D9B22B-F436-4FE5-B6C0-65AB2260F593}">
  <ds:schemaRefs>
    <ds:schemaRef ds:uri="http://schemas.microsoft.com/sharepoint/v3/contenttype/forms"/>
  </ds:schemaRefs>
</ds:datastoreItem>
</file>

<file path=customXml/itemProps2.xml><?xml version="1.0" encoding="utf-8"?>
<ds:datastoreItem xmlns:ds="http://schemas.openxmlformats.org/officeDocument/2006/customXml" ds:itemID="{2C38D965-436F-4DCC-97AA-50BEF4F7BE29}">
  <ds:schemaRefs>
    <ds:schemaRef ds:uri="abdc9a1f-962e-4235-838d-61f9c438f4db"/>
    <ds:schemaRef ds:uri="de47e97d-64fd-4aef-b10e-fd7d6cfcfcf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A9C06E3-346E-408E-B352-32E922A070CE}">
  <ds:schemaRefs>
    <ds:schemaRef ds:uri="2347cc20-e10c-452d-848a-c18e83138525"/>
    <ds:schemaRef ds:uri="58c243a5-121d-4837-b81c-114e1b569ece"/>
    <ds:schemaRef ds:uri="77f18391-c91f-4725-9130-63caf76c1806"/>
    <ds:schemaRef ds:uri="85c0ce47-fe9c-4809-bf88-519c39a738e6"/>
    <ds:schemaRef ds:uri="abdc9a1f-962e-4235-838d-61f9c438f4db"/>
    <ds:schemaRef ds:uri="de47e97d-64fd-4aef-b10e-fd7d6cfcfcf4"/>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8312</TotalTime>
  <Words>914</Words>
  <Application>Microsoft Macintosh PowerPoint</Application>
  <PresentationFormat>Widescreen</PresentationFormat>
  <Paragraphs>126</Paragraphs>
  <Slides>18</Slides>
  <Notes>8</Notes>
  <HiddenSlides>1</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18</vt:i4>
      </vt:variant>
    </vt:vector>
  </HeadingPairs>
  <TitlesOfParts>
    <vt:vector size="31" baseType="lpstr">
      <vt:lpstr>Aptos</vt:lpstr>
      <vt:lpstr>Aptos Display</vt:lpstr>
      <vt:lpstr>Arial</vt:lpstr>
      <vt:lpstr>Calibri</vt:lpstr>
      <vt:lpstr>Segoe UI</vt:lpstr>
      <vt:lpstr>Segoe UI Light</vt:lpstr>
      <vt:lpstr>Stencil</vt:lpstr>
      <vt:lpstr>Wingdings</vt:lpstr>
      <vt:lpstr>Title</vt:lpstr>
      <vt:lpstr>Blank</vt:lpstr>
      <vt:lpstr>Speaker's slide</vt:lpstr>
      <vt:lpstr>Content</vt:lpstr>
      <vt:lpstr>Sponsor slide</vt:lpstr>
      <vt:lpstr>README</vt:lpstr>
      <vt:lpstr>Next Up:</vt:lpstr>
      <vt:lpstr>3</vt:lpstr>
      <vt:lpstr>2</vt:lpstr>
      <vt:lpstr>1</vt:lpstr>
      <vt:lpstr>IntuneStack</vt:lpstr>
      <vt:lpstr>PowerPoint Presentation</vt:lpstr>
      <vt:lpstr>Hailey Phillips</vt:lpstr>
      <vt:lpstr>Problem</vt:lpstr>
      <vt:lpstr>Intune Workflow</vt:lpstr>
      <vt:lpstr>Drift Problem</vt:lpstr>
      <vt:lpstr>Rollback Problem</vt:lpstr>
      <vt:lpstr>Mindset Shift</vt:lpstr>
      <vt:lpstr>Components</vt:lpstr>
      <vt:lpstr>Demos</vt:lpstr>
      <vt:lpstr>Shipping Intune Now</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Hailey Phillips</cp:lastModifiedBy>
  <cp:revision>2</cp:revision>
  <dcterms:created xsi:type="dcterms:W3CDTF">2024-03-26T13:08:23Z</dcterms:created>
  <dcterms:modified xsi:type="dcterms:W3CDTF">2026-06-02T12:58:38Z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0x010100333502FDC476714EB47BD1BE2BFD7B3D</vt:lpwstr>
  </property>
  <property fmtid="{D5CDD505-2E9C-101B-9397-08002B2CF9AE}" pid="3" name="MediaServiceImageTags">
    <vt:lpwstr/>
  </property>
</Properties>
</file>